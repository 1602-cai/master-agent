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71" r:id="rId3"/>
  </p:sldMasterIdLst>
  <p:notesMasterIdLst>
    <p:notesMasterId r:id="rId6"/>
  </p:notesMasterIdLst>
  <p:sldIdLst>
    <p:sldId id="2630" r:id="rId4"/>
    <p:sldId id="2617" r:id="rId5"/>
    <p:sldId id="2631" r:id="rId7"/>
    <p:sldId id="2641" r:id="rId8"/>
    <p:sldId id="2637" r:id="rId9"/>
    <p:sldId id="2644" r:id="rId10"/>
    <p:sldId id="2629" r:id="rId11"/>
    <p:sldId id="2624" r:id="rId12"/>
    <p:sldId id="2645" r:id="rId13"/>
    <p:sldId id="2622" r:id="rId14"/>
    <p:sldId id="2625" r:id="rId15"/>
    <p:sldId id="2646" r:id="rId16"/>
    <p:sldId id="2619" r:id="rId17"/>
    <p:sldId id="2636" r:id="rId18"/>
    <p:sldId id="2648" r:id="rId19"/>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6" userDrawn="1">
          <p15:clr>
            <a:srgbClr val="A4A3A4"/>
          </p15:clr>
        </p15:guide>
        <p15:guide id="2" pos="76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3" name="86182" initials="8" lastIdx="0" clrIdx="2"/>
  <p:cmAuthor id="4" name="desk." initials="authorId_740563985"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92C0"/>
    <a:srgbClr val="48A2A0"/>
    <a:srgbClr val="436B9B"/>
    <a:srgbClr val="FF6F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3" autoAdjust="0"/>
    <p:restoredTop sz="94660"/>
  </p:normalViewPr>
  <p:slideViewPr>
    <p:cSldViewPr snapToGrid="0" showGuides="1">
      <p:cViewPr varScale="1">
        <p:scale>
          <a:sx n="66" d="100"/>
          <a:sy n="66" d="100"/>
        </p:scale>
        <p:origin x="477" y="45"/>
      </p:cViewPr>
      <p:guideLst>
        <p:guide orient="horz" pos="2306"/>
        <p:guide pos="7680"/>
      </p:guideLst>
    </p:cSldViewPr>
  </p:slid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87" d="100"/>
          <a:sy n="87" d="100"/>
        </p:scale>
        <p:origin x="3582" y="84"/>
      </p:cViewPr>
      <p:guideLst>
        <p:guide orient="horz" pos="2897"/>
        <p:guide pos="215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84.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F10804-FE04-47AA-8C0E-F2613B59AD8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8CBF47-3ED1-41B6-A9DB-D47E6373B24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B31000-9408-426B-B873-D4C066E48AF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636C6F-BA5D-4CEF-9FF4-D93BDBED10A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4" name="TextBox 3"/>
          <p:cNvSpPr txBox="1"/>
          <p:nvPr userDrawn="1"/>
        </p:nvSpPr>
        <p:spPr>
          <a:xfrm>
            <a:off x="615933" y="6374445"/>
            <a:ext cx="180020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mc:AlternateContent xmlns:mc="http://schemas.openxmlformats.org/markup-compatibility/2006">
    <mc:Choice xmlns:p14="http://schemas.microsoft.com/office/powerpoint/2010/main" Requires="p14">
      <p:transition spd="slow" p14:dur="1400" advClick="0" advTm="2000">
        <p:blinds/>
      </p:transition>
    </mc:Choice>
    <mc:Fallback>
      <p:transition spd="slow" advClick="0" advTm="2000">
        <p:blind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1" Type="http://schemas.openxmlformats.org/officeDocument/2006/relationships/notesSlide" Target="../notesSlides/notesSlide1.xml"/><Relationship Id="rId20" Type="http://schemas.openxmlformats.org/officeDocument/2006/relationships/slideLayout" Target="../slideLayouts/slideLayout2.xml"/><Relationship Id="rId2" Type="http://schemas.openxmlformats.org/officeDocument/2006/relationships/tags" Target="../tags/tag7.xml"/><Relationship Id="rId19" Type="http://schemas.openxmlformats.org/officeDocument/2006/relationships/image" Target="../media/image3.png"/><Relationship Id="rId18" Type="http://schemas.openxmlformats.org/officeDocument/2006/relationships/tags" Target="../tags/tag23.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24.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25.xml"/><Relationship Id="rId2" Type="http://schemas.openxmlformats.org/officeDocument/2006/relationships/image" Target="../media/image3.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5" Type="http://schemas.openxmlformats.org/officeDocument/2006/relationships/notesSlide" Target="../notesSlides/notesSlide5.xml"/><Relationship Id="rId34" Type="http://schemas.openxmlformats.org/officeDocument/2006/relationships/slideLayout" Target="../slideLayouts/slideLayout8.xml"/><Relationship Id="rId33" Type="http://schemas.openxmlformats.org/officeDocument/2006/relationships/image" Target="../media/image3.png"/><Relationship Id="rId32" Type="http://schemas.openxmlformats.org/officeDocument/2006/relationships/tags" Target="../tags/tag57.xml"/><Relationship Id="rId31" Type="http://schemas.openxmlformats.org/officeDocument/2006/relationships/tags" Target="../tags/tag56.xml"/><Relationship Id="rId30" Type="http://schemas.openxmlformats.org/officeDocument/2006/relationships/tags" Target="../tags/tag55.xml"/><Relationship Id="rId3" Type="http://schemas.openxmlformats.org/officeDocument/2006/relationships/tags" Target="../tags/tag28.xml"/><Relationship Id="rId29" Type="http://schemas.openxmlformats.org/officeDocument/2006/relationships/tags" Target="../tags/tag54.xml"/><Relationship Id="rId28" Type="http://schemas.openxmlformats.org/officeDocument/2006/relationships/tags" Target="../tags/tag53.xml"/><Relationship Id="rId27" Type="http://schemas.openxmlformats.org/officeDocument/2006/relationships/tags" Target="../tags/tag52.xml"/><Relationship Id="rId26" Type="http://schemas.openxmlformats.org/officeDocument/2006/relationships/tags" Target="../tags/tag51.xml"/><Relationship Id="rId25" Type="http://schemas.openxmlformats.org/officeDocument/2006/relationships/tags" Target="../tags/tag50.xml"/><Relationship Id="rId24" Type="http://schemas.openxmlformats.org/officeDocument/2006/relationships/tags" Target="../tags/tag49.xml"/><Relationship Id="rId23" Type="http://schemas.openxmlformats.org/officeDocument/2006/relationships/tags" Target="../tags/tag48.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7.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58.xml"/><Relationship Id="rId2" Type="http://schemas.openxmlformats.org/officeDocument/2006/relationships/image" Target="../media/image3.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59.xml"/><Relationship Id="rId2" Type="http://schemas.openxmlformats.org/officeDocument/2006/relationships/image" Target="../media/image3.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2" Type="http://schemas.openxmlformats.org/officeDocument/2006/relationships/notesSlide" Target="../notesSlides/notesSlide9.xml"/><Relationship Id="rId21" Type="http://schemas.openxmlformats.org/officeDocument/2006/relationships/slideLayout" Target="../slideLayouts/slideLayout1.xml"/><Relationship Id="rId20" Type="http://schemas.openxmlformats.org/officeDocument/2006/relationships/image" Target="../media/image3.png"/><Relationship Id="rId2" Type="http://schemas.openxmlformats.org/officeDocument/2006/relationships/tags" Target="../tags/tag61.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image" Target="../media/image6.jpeg"/><Relationship Id="rId1" Type="http://schemas.openxmlformats.org/officeDocument/2006/relationships/tags" Target="../tags/tag60.xml"/></Relationships>
</file>

<file path=ppt/slides/_rels/slide15.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0" Type="http://schemas.openxmlformats.org/officeDocument/2006/relationships/slideLayout" Target="../slideLayouts/slideLayout1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组合 9"/>
          <p:cNvGrpSpPr/>
          <p:nvPr/>
        </p:nvGrpSpPr>
        <p:grpSpPr>
          <a:xfrm rot="10800000">
            <a:off x="-885900" y="3867109"/>
            <a:ext cx="3185286" cy="3512032"/>
            <a:chOff x="9664473" y="816338"/>
            <a:chExt cx="3185286" cy="3512032"/>
          </a:xfrm>
        </p:grpSpPr>
        <p:sp>
          <p:nvSpPr>
            <p:cNvPr id="28" name="íṧḻiḋe"/>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9" name="íş1íḍè"/>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grpSp>
      <p:grpSp>
        <p:nvGrpSpPr>
          <p:cNvPr id="11" name="组合 10"/>
          <p:cNvGrpSpPr/>
          <p:nvPr/>
        </p:nvGrpSpPr>
        <p:grpSpPr>
          <a:xfrm rot="10800000">
            <a:off x="9086997" y="-1443802"/>
            <a:ext cx="3204450" cy="4893654"/>
            <a:chOff x="-15240" y="3375944"/>
            <a:chExt cx="3204450" cy="4893654"/>
          </a:xfrm>
        </p:grpSpPr>
        <p:sp>
          <p:nvSpPr>
            <p:cNvPr id="26" name="íSliḑè"/>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7" name="íš1ïḋe"/>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30" name="iṡḻiďè"/>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
        <p:nvSpPr>
          <p:cNvPr id="15" name="iṡḷîďê"/>
          <p:cNvSpPr txBox="1"/>
          <p:nvPr/>
        </p:nvSpPr>
        <p:spPr>
          <a:xfrm>
            <a:off x="1749652" y="1837695"/>
            <a:ext cx="8692696" cy="1088390"/>
          </a:xfrm>
          <a:prstGeom prst="rect">
            <a:avLst/>
          </a:prstGeom>
        </p:spPr>
        <p:txBody>
          <a:bodyPr vert="horz" wrap="square" lIns="91440" tIns="45720" rIns="91440" bIns="45720" rtlCol="0" anchor="b">
            <a:spAutoFit/>
          </a:bodyPr>
          <a:lstStyle>
            <a:lvl1pPr algn="l" defTabSz="914400" rtl="0" eaLnBrk="1" latinLnBrk="0" hangingPunct="1">
              <a:lnSpc>
                <a:spcPct val="120000"/>
              </a:lnSpc>
              <a:spcBef>
                <a:spcPct val="0"/>
              </a:spcBef>
              <a:buNone/>
              <a:defRPr sz="4400" b="1" kern="1200">
                <a:solidFill>
                  <a:schemeClr val="tx1"/>
                </a:solidFill>
                <a:latin typeface="+mj-lt"/>
                <a:ea typeface="+mj-ea"/>
                <a:cs typeface="+mj-cs"/>
              </a:defRPr>
            </a:lvl1pPr>
          </a:lstStyle>
          <a:p>
            <a:pPr algn="ctr"/>
            <a:r>
              <a:rPr lang="zh-CN" altLang="en-US" sz="5400" dirty="0">
                <a:solidFill>
                  <a:srgbClr val="48A2A0"/>
                </a:solidFill>
                <a:latin typeface="微软雅黑" panose="020B0503020204020204" pitchFamily="34" charset="-122"/>
                <a:ea typeface="微软雅黑" panose="020B0503020204020204" pitchFamily="34" charset="-122"/>
                <a:cs typeface="微软雅黑" panose="020B0503020204020204" pitchFamily="34" charset="-122"/>
                <a:sym typeface="+mn-lt"/>
              </a:rPr>
              <a:t>华师经管</a:t>
            </a:r>
            <a:r>
              <a:rPr lang="en-US" altLang="zh-CN" sz="5400" dirty="0">
                <a:solidFill>
                  <a:srgbClr val="48A2A0"/>
                </a:solidFill>
                <a:latin typeface="微软雅黑" panose="020B0503020204020204" pitchFamily="34" charset="-122"/>
                <a:ea typeface="微软雅黑" panose="020B0503020204020204" pitchFamily="34" charset="-122"/>
                <a:cs typeface="微软雅黑" panose="020B0503020204020204" pitchFamily="34" charset="-122"/>
                <a:sym typeface="+mn-lt"/>
              </a:rPr>
              <a:t>PP</a:t>
            </a:r>
            <a:r>
              <a:rPr lang="zh-CN" altLang="en-US" sz="5400" dirty="0">
                <a:solidFill>
                  <a:srgbClr val="48A2A0"/>
                </a:solidFill>
                <a:latin typeface="微软雅黑" panose="020B0503020204020204" pitchFamily="34" charset="-122"/>
                <a:ea typeface="微软雅黑" panose="020B0503020204020204" pitchFamily="34" charset="-122"/>
                <a:cs typeface="微软雅黑" panose="020B0503020204020204" pitchFamily="34" charset="-122"/>
                <a:sym typeface="+mn-lt"/>
              </a:rPr>
              <a:t>模板</a:t>
            </a:r>
            <a:endParaRPr lang="zh-CN" altLang="en-US" sz="5400" dirty="0">
              <a:solidFill>
                <a:srgbClr val="48A2A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21" name="ïşļidè"/>
          <p:cNvGrpSpPr/>
          <p:nvPr>
            <p:custDataLst>
              <p:tags r:id="rId2"/>
            </p:custDataLst>
          </p:nvPr>
        </p:nvGrpSpPr>
        <p:grpSpPr>
          <a:xfrm>
            <a:off x="6513914" y="3674233"/>
            <a:ext cx="2550711" cy="416027"/>
            <a:chOff x="1501118" y="5844796"/>
            <a:chExt cx="2143783" cy="349657"/>
          </a:xfrm>
        </p:grpSpPr>
        <p:sp>
          <p:nvSpPr>
            <p:cNvPr id="16" name="íṥļîḍe"/>
            <p:cNvSpPr/>
            <p:nvPr>
              <p:custDataLst>
                <p:tags r:id="rId3"/>
              </p:custDataLst>
            </p:nvPr>
          </p:nvSpPr>
          <p:spPr>
            <a:xfrm>
              <a:off x="1959134" y="5844796"/>
              <a:ext cx="1685767" cy="349657"/>
            </a:xfrm>
            <a:prstGeom prst="roundRect">
              <a:avLst>
                <a:gd name="adj" fmla="val 50000"/>
              </a:avLst>
            </a:prstGeom>
            <a:solidFill>
              <a:srgbClr val="6C92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汇报人：</a:t>
              </a:r>
              <a:r>
                <a:rPr lang="en-US" altLang="zh-CN" sz="1600" dirty="0">
                  <a:cs typeface="+mn-ea"/>
                  <a:sym typeface="+mn-lt"/>
                </a:rPr>
                <a:t>XXX</a:t>
              </a:r>
              <a:endParaRPr lang="zh-CN" altLang="en-US" sz="1600" dirty="0">
                <a:cs typeface="+mn-ea"/>
                <a:sym typeface="+mn-lt"/>
              </a:endParaRPr>
            </a:p>
          </p:txBody>
        </p:sp>
        <p:sp>
          <p:nvSpPr>
            <p:cNvPr id="18" name="ïšḻíḋê"/>
            <p:cNvSpPr/>
            <p:nvPr>
              <p:custDataLst>
                <p:tags r:id="rId4"/>
              </p:custDataLst>
            </p:nvPr>
          </p:nvSpPr>
          <p:spPr>
            <a:xfrm>
              <a:off x="1501118" y="5844796"/>
              <a:ext cx="374435" cy="347324"/>
            </a:xfrm>
            <a:prstGeom prst="ellipse">
              <a:avLst/>
            </a:prstGeom>
            <a:solidFill>
              <a:srgbClr val="48A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cs typeface="+mn-ea"/>
                <a:sym typeface="+mn-lt"/>
              </a:endParaRPr>
            </a:p>
          </p:txBody>
        </p:sp>
      </p:grpSp>
      <p:pic>
        <p:nvPicPr>
          <p:cNvPr id="19" name="图片 18"/>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943049" y="6087447"/>
            <a:ext cx="4305901" cy="457264"/>
          </a:xfrm>
          <a:prstGeom prst="rect">
            <a:avLst/>
          </a:prstGeom>
        </p:spPr>
      </p:pic>
      <p:pic>
        <p:nvPicPr>
          <p:cNvPr id="3" name="图片 2"/>
          <p:cNvPicPr>
            <a:picLocks noChangeAspect="1"/>
          </p:cNvPicPr>
          <p:nvPr/>
        </p:nvPicPr>
        <p:blipFill>
          <a:blip r:embed="rId6">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5" y="70340"/>
            <a:ext cx="4840377" cy="885151"/>
          </a:xfrm>
          <a:prstGeom prst="rect">
            <a:avLst/>
          </a:prstGeom>
        </p:spPr>
      </p:pic>
      <p:grpSp>
        <p:nvGrpSpPr>
          <p:cNvPr id="4" name="ïşļidè"/>
          <p:cNvGrpSpPr/>
          <p:nvPr>
            <p:custDataLst>
              <p:tags r:id="rId7"/>
            </p:custDataLst>
          </p:nvPr>
        </p:nvGrpSpPr>
        <p:grpSpPr>
          <a:xfrm>
            <a:off x="2966804" y="3671693"/>
            <a:ext cx="2550711" cy="416027"/>
            <a:chOff x="1289241" y="5842661"/>
            <a:chExt cx="2143783" cy="349657"/>
          </a:xfrm>
        </p:grpSpPr>
        <p:sp>
          <p:nvSpPr>
            <p:cNvPr id="6" name="íṥļîḍe"/>
            <p:cNvSpPr/>
            <p:nvPr>
              <p:custDataLst>
                <p:tags r:id="rId8"/>
              </p:custDataLst>
            </p:nvPr>
          </p:nvSpPr>
          <p:spPr>
            <a:xfrm>
              <a:off x="1747257" y="5842661"/>
              <a:ext cx="1685767" cy="349657"/>
            </a:xfrm>
            <a:prstGeom prst="roundRect">
              <a:avLst>
                <a:gd name="adj" fmla="val 50000"/>
              </a:avLst>
            </a:prstGeom>
            <a:solidFill>
              <a:srgbClr val="6C92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汇报人：</a:t>
              </a:r>
              <a:r>
                <a:rPr lang="en-US" altLang="zh-CN" sz="1600" dirty="0">
                  <a:cs typeface="+mn-ea"/>
                  <a:sym typeface="+mn-lt"/>
                </a:rPr>
                <a:t>XXX</a:t>
              </a:r>
              <a:endParaRPr lang="zh-CN" altLang="en-US" sz="1600" dirty="0">
                <a:cs typeface="+mn-ea"/>
                <a:sym typeface="+mn-lt"/>
              </a:endParaRPr>
            </a:p>
          </p:txBody>
        </p:sp>
        <p:sp>
          <p:nvSpPr>
            <p:cNvPr id="7" name="ïšḻíḋê"/>
            <p:cNvSpPr/>
            <p:nvPr>
              <p:custDataLst>
                <p:tags r:id="rId9"/>
              </p:custDataLst>
            </p:nvPr>
          </p:nvSpPr>
          <p:spPr>
            <a:xfrm>
              <a:off x="1289241" y="5842661"/>
              <a:ext cx="374435" cy="347324"/>
            </a:xfrm>
            <a:prstGeom prst="ellipse">
              <a:avLst/>
            </a:prstGeom>
            <a:solidFill>
              <a:srgbClr val="48A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5"/>
                                        </p:tgtEl>
                                        <p:attrNameLst>
                                          <p:attrName>ppt_y</p:attrName>
                                        </p:attrNameLst>
                                      </p:cBhvr>
                                      <p:tavLst>
                                        <p:tav tm="0">
                                          <p:val>
                                            <p:strVal val="#ppt_y"/>
                                          </p:val>
                                        </p:tav>
                                        <p:tav tm="100000">
                                          <p:val>
                                            <p:strVal val="#ppt_y"/>
                                          </p:val>
                                        </p:tav>
                                      </p:tavLst>
                                    </p:anim>
                                    <p:anim calcmode="lin" valueType="num">
                                      <p:cBhvr>
                                        <p:cTn id="9"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5"/>
                                        </p:tgtEl>
                                      </p:cBhvr>
                                    </p:animEffect>
                                  </p:childTnLst>
                                </p:cTn>
                              </p:par>
                            </p:childTnLst>
                          </p:cTn>
                        </p:par>
                        <p:par>
                          <p:cTn id="12" fill="hold">
                            <p:stCondLst>
                              <p:cond delay="850"/>
                            </p:stCondLst>
                            <p:childTnLst>
                              <p:par>
                                <p:cTn id="13" presetID="6" presetClass="entr" presetSubtype="32"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circle(out)">
                                      <p:cBhvr>
                                        <p:cTn id="15" dur="500"/>
                                        <p:tgtEl>
                                          <p:spTgt spid="21"/>
                                        </p:tgtEl>
                                      </p:cBhvr>
                                    </p:animEffect>
                                  </p:childTnLst>
                                </p:cTn>
                              </p:par>
                            </p:childTnLst>
                          </p:cTn>
                        </p:par>
                        <p:par>
                          <p:cTn id="16" fill="hold">
                            <p:stCondLst>
                              <p:cond delay="1350"/>
                            </p:stCondLst>
                            <p:childTnLst>
                              <p:par>
                                <p:cTn id="17" presetID="6" presetClass="entr" presetSubtype="32"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ircle(out)">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2" name="组合 1"/>
          <p:cNvGrpSpPr/>
          <p:nvPr/>
        </p:nvGrpSpPr>
        <p:grpSpPr>
          <a:xfrm rot="20473328">
            <a:off x="3349541" y="1027654"/>
            <a:ext cx="1661022" cy="1549142"/>
            <a:chOff x="3792066" y="625169"/>
            <a:chExt cx="1994712" cy="1860355"/>
          </a:xfrm>
        </p:grpSpPr>
        <p:sp>
          <p:nvSpPr>
            <p:cNvPr id="29" name="iṡḻiďè"/>
            <p:cNvSpPr/>
            <p:nvPr/>
          </p:nvSpPr>
          <p:spPr bwMode="auto">
            <a:xfrm rot="17590292">
              <a:off x="3767855" y="961753"/>
              <a:ext cx="1547982" cy="1499559"/>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30" name="iṡḻiďè"/>
            <p:cNvSpPr/>
            <p:nvPr/>
          </p:nvSpPr>
          <p:spPr bwMode="auto">
            <a:xfrm rot="17590292">
              <a:off x="4137434" y="675105"/>
              <a:ext cx="1699280" cy="159940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
        <p:nvSpPr>
          <p:cNvPr id="25" name="椭圆 24"/>
          <p:cNvSpPr/>
          <p:nvPr>
            <p:custDataLst>
              <p:tags r:id="rId2"/>
            </p:custDataLst>
          </p:nvPr>
        </p:nvSpPr>
        <p:spPr>
          <a:xfrm>
            <a:off x="2386778" y="4107109"/>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a:solidFill>
                <a:schemeClr val="tx1">
                  <a:lumMod val="75000"/>
                  <a:lumOff val="25000"/>
                </a:schemeClr>
              </a:solidFill>
              <a:cs typeface="+mn-ea"/>
              <a:sym typeface="+mn-lt"/>
            </a:endParaRPr>
          </a:p>
        </p:txBody>
      </p:sp>
      <p:sp>
        <p:nvSpPr>
          <p:cNvPr id="4" name="椭圆 3"/>
          <p:cNvSpPr/>
          <p:nvPr>
            <p:custDataLst>
              <p:tags r:id="rId3"/>
            </p:custDataLst>
          </p:nvPr>
        </p:nvSpPr>
        <p:spPr>
          <a:xfrm>
            <a:off x="1692885" y="3381327"/>
            <a:ext cx="952500" cy="952500"/>
          </a:xfrm>
          <a:prstGeom prst="ellipse">
            <a:avLst/>
          </a:prstGeom>
          <a:solidFill>
            <a:srgbClr val="48A2A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p:cNvSpPr txBox="1"/>
          <p:nvPr>
            <p:custDataLst>
              <p:tags r:id="rId4"/>
            </p:custDataLst>
          </p:nvPr>
        </p:nvSpPr>
        <p:spPr>
          <a:xfrm>
            <a:off x="1837905" y="3472856"/>
            <a:ext cx="684803" cy="1445260"/>
          </a:xfrm>
          <a:prstGeom prst="rect">
            <a:avLst/>
          </a:prstGeom>
          <a:noFill/>
        </p:spPr>
        <p:txBody>
          <a:bodyPr wrap="square" rtlCol="0">
            <a:spAutoFit/>
          </a:bodyPr>
          <a:lstStyle/>
          <a:p>
            <a:pPr algn="ctr"/>
            <a:r>
              <a:rPr lang="en-US" altLang="zh-CN" sz="4400" b="1" dirty="0">
                <a:solidFill>
                  <a:schemeClr val="bg1"/>
                </a:solidFill>
                <a:cs typeface="+mn-ea"/>
                <a:sym typeface="+mn-lt"/>
              </a:rPr>
              <a:t>01</a:t>
            </a:r>
            <a:endParaRPr lang="zh-CN" altLang="en-US" sz="4400" b="1" dirty="0">
              <a:solidFill>
                <a:schemeClr val="bg1"/>
              </a:solidFill>
              <a:cs typeface="+mn-ea"/>
              <a:sym typeface="+mn-lt"/>
            </a:endParaRPr>
          </a:p>
        </p:txBody>
      </p:sp>
      <p:sp>
        <p:nvSpPr>
          <p:cNvPr id="6" name="文本框 5"/>
          <p:cNvSpPr txBox="1"/>
          <p:nvPr>
            <p:custDataLst>
              <p:tags r:id="rId5"/>
            </p:custDataLst>
          </p:nvPr>
        </p:nvSpPr>
        <p:spPr>
          <a:xfrm>
            <a:off x="997241" y="4501556"/>
            <a:ext cx="2262158" cy="460375"/>
          </a:xfrm>
          <a:prstGeom prst="rect">
            <a:avLst/>
          </a:prstGeom>
          <a:noFill/>
        </p:spPr>
        <p:txBody>
          <a:bodyPr wrap="square" rtlCol="0">
            <a:spAutoFit/>
          </a:bodyPr>
          <a:lstStyle/>
          <a:p>
            <a:pPr algn="ctr"/>
            <a:r>
              <a:rPr lang="zh-CN" altLang="en-US" sz="2400" spc="300" dirty="0">
                <a:solidFill>
                  <a:srgbClr val="436B9B"/>
                </a:solidFill>
                <a:cs typeface="+mn-ea"/>
                <a:sym typeface="+mn-lt"/>
              </a:rPr>
              <a:t>整体工作</a:t>
            </a:r>
            <a:r>
              <a:rPr lang="zh-CN" altLang="en-US" sz="2400" spc="300" dirty="0">
                <a:solidFill>
                  <a:schemeClr val="tx1">
                    <a:lumMod val="75000"/>
                    <a:lumOff val="25000"/>
                  </a:schemeClr>
                </a:solidFill>
                <a:cs typeface="+mn-ea"/>
                <a:sym typeface="+mn-lt"/>
              </a:rPr>
              <a:t>概述</a:t>
            </a:r>
            <a:endParaRPr lang="zh-CN" altLang="en-US" sz="2400" spc="300" dirty="0">
              <a:solidFill>
                <a:schemeClr val="tx1">
                  <a:lumMod val="75000"/>
                  <a:lumOff val="25000"/>
                </a:schemeClr>
              </a:solidFill>
              <a:cs typeface="+mn-ea"/>
              <a:sym typeface="+mn-lt"/>
            </a:endParaRPr>
          </a:p>
        </p:txBody>
      </p:sp>
      <p:sp>
        <p:nvSpPr>
          <p:cNvPr id="11" name="文本框 10"/>
          <p:cNvSpPr txBox="1"/>
          <p:nvPr>
            <p:custDataLst>
              <p:tags r:id="rId6"/>
            </p:custDataLst>
          </p:nvPr>
        </p:nvSpPr>
        <p:spPr>
          <a:xfrm>
            <a:off x="3730245" y="4482821"/>
            <a:ext cx="2262158" cy="460375"/>
          </a:xfrm>
          <a:prstGeom prst="rect">
            <a:avLst/>
          </a:prstGeom>
          <a:noFill/>
        </p:spPr>
        <p:txBody>
          <a:bodyPr wrap="square" rtlCol="0">
            <a:spAutoFit/>
          </a:bodyPr>
          <a:lstStyle/>
          <a:p>
            <a:pPr algn="ctr"/>
            <a:r>
              <a:rPr lang="zh-CN" altLang="en-US" sz="2400" spc="300" dirty="0">
                <a:solidFill>
                  <a:schemeClr val="tx1">
                    <a:lumMod val="75000"/>
                    <a:lumOff val="25000"/>
                  </a:schemeClr>
                </a:solidFill>
                <a:cs typeface="+mn-ea"/>
                <a:sym typeface="+mn-lt"/>
              </a:rPr>
              <a:t>工作</a:t>
            </a:r>
            <a:r>
              <a:rPr lang="zh-CN" altLang="en-US" sz="2400" spc="300" dirty="0">
                <a:solidFill>
                  <a:srgbClr val="436B9B"/>
                </a:solidFill>
                <a:cs typeface="+mn-ea"/>
                <a:sym typeface="+mn-lt"/>
              </a:rPr>
              <a:t>完成情况</a:t>
            </a:r>
            <a:endParaRPr lang="zh-CN" altLang="en-US" sz="2400" spc="300" dirty="0">
              <a:solidFill>
                <a:srgbClr val="436B9B"/>
              </a:solidFill>
              <a:cs typeface="+mn-ea"/>
              <a:sym typeface="+mn-lt"/>
            </a:endParaRPr>
          </a:p>
        </p:txBody>
      </p:sp>
      <p:sp>
        <p:nvSpPr>
          <p:cNvPr id="16" name="文本框 15"/>
          <p:cNvSpPr txBox="1"/>
          <p:nvPr>
            <p:custDataLst>
              <p:tags r:id="rId7"/>
            </p:custDataLst>
          </p:nvPr>
        </p:nvSpPr>
        <p:spPr>
          <a:xfrm>
            <a:off x="6376439" y="4496838"/>
            <a:ext cx="2262158" cy="460375"/>
          </a:xfrm>
          <a:prstGeom prst="rect">
            <a:avLst/>
          </a:prstGeom>
          <a:noFill/>
        </p:spPr>
        <p:txBody>
          <a:bodyPr wrap="square" rtlCol="0">
            <a:spAutoFit/>
          </a:bodyPr>
          <a:lstStyle/>
          <a:p>
            <a:pPr algn="ctr"/>
            <a:r>
              <a:rPr lang="zh-CN" altLang="en-US" sz="2400" spc="300" dirty="0">
                <a:solidFill>
                  <a:srgbClr val="436B9B"/>
                </a:solidFill>
                <a:cs typeface="+mn-ea"/>
                <a:sym typeface="+mn-lt"/>
              </a:rPr>
              <a:t>不足之处</a:t>
            </a:r>
            <a:r>
              <a:rPr lang="zh-CN" altLang="en-US" sz="2400" spc="300" dirty="0">
                <a:solidFill>
                  <a:schemeClr val="tx1">
                    <a:lumMod val="75000"/>
                    <a:lumOff val="25000"/>
                  </a:schemeClr>
                </a:solidFill>
                <a:cs typeface="+mn-ea"/>
                <a:sym typeface="+mn-lt"/>
              </a:rPr>
              <a:t>反思</a:t>
            </a:r>
            <a:endParaRPr lang="zh-CN" altLang="en-US" sz="2400" spc="300" dirty="0">
              <a:solidFill>
                <a:schemeClr val="tx1">
                  <a:lumMod val="75000"/>
                  <a:lumOff val="25000"/>
                </a:schemeClr>
              </a:solidFill>
              <a:cs typeface="+mn-ea"/>
              <a:sym typeface="+mn-lt"/>
            </a:endParaRPr>
          </a:p>
        </p:txBody>
      </p:sp>
      <p:sp>
        <p:nvSpPr>
          <p:cNvPr id="21" name="文本框 20"/>
          <p:cNvSpPr txBox="1"/>
          <p:nvPr>
            <p:custDataLst>
              <p:tags r:id="rId8"/>
            </p:custDataLst>
          </p:nvPr>
        </p:nvSpPr>
        <p:spPr>
          <a:xfrm>
            <a:off x="9054401" y="4521923"/>
            <a:ext cx="2262158" cy="460375"/>
          </a:xfrm>
          <a:prstGeom prst="rect">
            <a:avLst/>
          </a:prstGeom>
          <a:noFill/>
        </p:spPr>
        <p:txBody>
          <a:bodyPr wrap="square" rtlCol="0">
            <a:spAutoFit/>
          </a:bodyPr>
          <a:lstStyle/>
          <a:p>
            <a:pPr algn="ctr"/>
            <a:r>
              <a:rPr lang="zh-CN" altLang="en-US" sz="2400" spc="300" dirty="0">
                <a:solidFill>
                  <a:schemeClr val="tx1">
                    <a:lumMod val="75000"/>
                    <a:lumOff val="25000"/>
                  </a:schemeClr>
                </a:solidFill>
                <a:cs typeface="+mn-ea"/>
                <a:sym typeface="+mn-lt"/>
              </a:rPr>
              <a:t>后续</a:t>
            </a:r>
            <a:r>
              <a:rPr lang="zh-CN" altLang="en-US" sz="2400" spc="300" dirty="0">
                <a:solidFill>
                  <a:srgbClr val="436B9B"/>
                </a:solidFill>
                <a:cs typeface="+mn-ea"/>
                <a:sym typeface="+mn-lt"/>
              </a:rPr>
              <a:t>工作计划</a:t>
            </a:r>
            <a:endParaRPr lang="zh-CN" altLang="en-US" sz="2400" spc="300" dirty="0">
              <a:solidFill>
                <a:srgbClr val="436B9B"/>
              </a:solidFill>
              <a:cs typeface="+mn-ea"/>
              <a:sym typeface="+mn-lt"/>
            </a:endParaRPr>
          </a:p>
        </p:txBody>
      </p:sp>
      <p:sp>
        <p:nvSpPr>
          <p:cNvPr id="9" name="椭圆 8"/>
          <p:cNvSpPr/>
          <p:nvPr>
            <p:custDataLst>
              <p:tags r:id="rId9"/>
            </p:custDataLst>
          </p:nvPr>
        </p:nvSpPr>
        <p:spPr>
          <a:xfrm>
            <a:off x="4349244" y="3400062"/>
            <a:ext cx="952500" cy="952500"/>
          </a:xfrm>
          <a:prstGeom prst="ellipse">
            <a:avLst/>
          </a:prstGeom>
          <a:solidFill>
            <a:srgbClr val="6C92C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custDataLst>
              <p:tags r:id="rId10"/>
            </p:custDataLst>
          </p:nvPr>
        </p:nvSpPr>
        <p:spPr>
          <a:xfrm>
            <a:off x="4433399" y="3491591"/>
            <a:ext cx="784189" cy="768350"/>
          </a:xfrm>
          <a:prstGeom prst="rect">
            <a:avLst/>
          </a:prstGeom>
          <a:noFill/>
        </p:spPr>
        <p:txBody>
          <a:bodyPr wrap="square" rtlCol="0">
            <a:spAutoFit/>
          </a:bodyPr>
          <a:lstStyle/>
          <a:p>
            <a:pPr algn="ctr"/>
            <a:r>
              <a:rPr lang="en-US" altLang="zh-CN" sz="4400" b="1" dirty="0">
                <a:solidFill>
                  <a:schemeClr val="bg1"/>
                </a:solidFill>
                <a:cs typeface="+mn-ea"/>
                <a:sym typeface="+mn-lt"/>
              </a:rPr>
              <a:t>02</a:t>
            </a:r>
            <a:endParaRPr lang="zh-CN" altLang="en-US" sz="4400" b="1" dirty="0">
              <a:solidFill>
                <a:schemeClr val="bg1"/>
              </a:solidFill>
              <a:cs typeface="+mn-ea"/>
              <a:sym typeface="+mn-lt"/>
            </a:endParaRPr>
          </a:p>
        </p:txBody>
      </p:sp>
      <p:sp>
        <p:nvSpPr>
          <p:cNvPr id="33" name="椭圆 32"/>
          <p:cNvSpPr/>
          <p:nvPr>
            <p:custDataLst>
              <p:tags r:id="rId11"/>
            </p:custDataLst>
          </p:nvPr>
        </p:nvSpPr>
        <p:spPr>
          <a:xfrm>
            <a:off x="5057284" y="4107109"/>
            <a:ext cx="191910" cy="19191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a:solidFill>
                <a:schemeClr val="tx1">
                  <a:lumMod val="75000"/>
                  <a:lumOff val="25000"/>
                </a:schemeClr>
              </a:solidFill>
              <a:cs typeface="+mn-ea"/>
              <a:sym typeface="+mn-lt"/>
            </a:endParaRPr>
          </a:p>
        </p:txBody>
      </p:sp>
      <p:sp>
        <p:nvSpPr>
          <p:cNvPr id="14" name="椭圆 13"/>
          <p:cNvSpPr/>
          <p:nvPr>
            <p:custDataLst>
              <p:tags r:id="rId12"/>
            </p:custDataLst>
          </p:nvPr>
        </p:nvSpPr>
        <p:spPr>
          <a:xfrm>
            <a:off x="7025134" y="3400062"/>
            <a:ext cx="952500" cy="95250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custDataLst>
              <p:tags r:id="rId13"/>
            </p:custDataLst>
          </p:nvPr>
        </p:nvSpPr>
        <p:spPr>
          <a:xfrm>
            <a:off x="7082069" y="3491591"/>
            <a:ext cx="780983" cy="768350"/>
          </a:xfrm>
          <a:prstGeom prst="rect">
            <a:avLst/>
          </a:prstGeom>
          <a:noFill/>
        </p:spPr>
        <p:txBody>
          <a:bodyPr wrap="square" rtlCol="0">
            <a:spAutoFit/>
          </a:bodyPr>
          <a:lstStyle/>
          <a:p>
            <a:pPr algn="ctr"/>
            <a:r>
              <a:rPr lang="en-US" altLang="zh-CN" sz="4400" b="1" dirty="0">
                <a:solidFill>
                  <a:schemeClr val="bg1"/>
                </a:solidFill>
                <a:cs typeface="+mn-ea"/>
                <a:sym typeface="+mn-lt"/>
              </a:rPr>
              <a:t>03</a:t>
            </a:r>
            <a:endParaRPr lang="zh-CN" altLang="en-US" sz="4400" b="1" dirty="0">
              <a:solidFill>
                <a:schemeClr val="bg1"/>
              </a:solidFill>
              <a:cs typeface="+mn-ea"/>
              <a:sym typeface="+mn-lt"/>
            </a:endParaRPr>
          </a:p>
        </p:txBody>
      </p:sp>
      <p:sp>
        <p:nvSpPr>
          <p:cNvPr id="34" name="椭圆 33"/>
          <p:cNvSpPr/>
          <p:nvPr>
            <p:custDataLst>
              <p:tags r:id="rId14"/>
            </p:custDataLst>
          </p:nvPr>
        </p:nvSpPr>
        <p:spPr>
          <a:xfrm>
            <a:off x="7766356" y="4107109"/>
            <a:ext cx="191910" cy="19191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a:solidFill>
                <a:schemeClr val="tx1">
                  <a:lumMod val="75000"/>
                  <a:lumOff val="25000"/>
                </a:schemeClr>
              </a:solidFill>
              <a:cs typeface="+mn-ea"/>
              <a:sym typeface="+mn-lt"/>
            </a:endParaRPr>
          </a:p>
        </p:txBody>
      </p:sp>
      <p:sp>
        <p:nvSpPr>
          <p:cNvPr id="19" name="椭圆 18"/>
          <p:cNvSpPr/>
          <p:nvPr>
            <p:custDataLst>
              <p:tags r:id="rId15"/>
            </p:custDataLst>
          </p:nvPr>
        </p:nvSpPr>
        <p:spPr>
          <a:xfrm>
            <a:off x="9731504" y="3374978"/>
            <a:ext cx="952500" cy="952500"/>
          </a:xfrm>
          <a:prstGeom prst="ellipse">
            <a:avLst/>
          </a:prstGeom>
          <a:solidFill>
            <a:srgbClr val="6C92C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文本框 19"/>
          <p:cNvSpPr txBox="1"/>
          <p:nvPr>
            <p:custDataLst>
              <p:tags r:id="rId16"/>
            </p:custDataLst>
          </p:nvPr>
        </p:nvSpPr>
        <p:spPr>
          <a:xfrm>
            <a:off x="9808445" y="3466507"/>
            <a:ext cx="798617" cy="768350"/>
          </a:xfrm>
          <a:prstGeom prst="rect">
            <a:avLst/>
          </a:prstGeom>
          <a:noFill/>
        </p:spPr>
        <p:txBody>
          <a:bodyPr wrap="square" rtlCol="0">
            <a:spAutoFit/>
          </a:bodyPr>
          <a:lstStyle/>
          <a:p>
            <a:pPr algn="ctr"/>
            <a:r>
              <a:rPr lang="en-US" altLang="zh-CN" sz="4400" b="1" dirty="0">
                <a:solidFill>
                  <a:schemeClr val="bg1"/>
                </a:solidFill>
                <a:cs typeface="+mn-ea"/>
                <a:sym typeface="+mn-lt"/>
              </a:rPr>
              <a:t>04</a:t>
            </a:r>
            <a:endParaRPr lang="zh-CN" altLang="en-US" sz="4400" b="1" dirty="0">
              <a:solidFill>
                <a:schemeClr val="bg1"/>
              </a:solidFill>
              <a:cs typeface="+mn-ea"/>
              <a:sym typeface="+mn-lt"/>
            </a:endParaRPr>
          </a:p>
        </p:txBody>
      </p:sp>
      <p:sp>
        <p:nvSpPr>
          <p:cNvPr id="35" name="椭圆 34"/>
          <p:cNvSpPr/>
          <p:nvPr>
            <p:custDataLst>
              <p:tags r:id="rId17"/>
            </p:custDataLst>
          </p:nvPr>
        </p:nvSpPr>
        <p:spPr>
          <a:xfrm>
            <a:off x="10446810" y="4107109"/>
            <a:ext cx="191910" cy="191910"/>
          </a:xfrm>
          <a:prstGeom prst="ellipse">
            <a:avLst/>
          </a:prstGeom>
          <a:solidFill>
            <a:srgbClr val="48A2A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spc="300">
              <a:solidFill>
                <a:schemeClr val="tx1">
                  <a:lumMod val="75000"/>
                  <a:lumOff val="25000"/>
                </a:schemeClr>
              </a:solidFill>
              <a:cs typeface="+mn-ea"/>
              <a:sym typeface="+mn-lt"/>
            </a:endParaRPr>
          </a:p>
        </p:txBody>
      </p:sp>
      <p:sp>
        <p:nvSpPr>
          <p:cNvPr id="28" name="MH_Others_1"/>
          <p:cNvSpPr txBox="1"/>
          <p:nvPr>
            <p:custDataLst>
              <p:tags r:id="rId18"/>
            </p:custDataLst>
          </p:nvPr>
        </p:nvSpPr>
        <p:spPr>
          <a:xfrm>
            <a:off x="4177897" y="1431490"/>
            <a:ext cx="3955467" cy="847938"/>
          </a:xfrm>
          <a:prstGeom prst="rect">
            <a:avLst/>
          </a:prstGeom>
          <a:noFill/>
        </p:spPr>
        <p:txBody>
          <a:bodyPr wrap="square" rtlCol="0">
            <a:noAutofit/>
          </a:bodyPr>
          <a:lstStyle/>
          <a:p>
            <a:pPr algn="ctr"/>
            <a:r>
              <a:rPr lang="en-US" altLang="zh-CN" sz="4400" b="1" dirty="0">
                <a:solidFill>
                  <a:srgbClr val="6C92C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目录</a:t>
            </a:r>
            <a:r>
              <a:rPr lang="en-US" altLang="zh-CN" sz="4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 </a:t>
            </a:r>
            <a:endParaRPr lang="zh-CN" altLang="en-US" sz="4400" b="1" dirty="0">
              <a:solidFill>
                <a:srgbClr val="6C92C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pic>
        <p:nvPicPr>
          <p:cNvPr id="3" name="图片 2"/>
          <p:cNvPicPr>
            <a:picLocks noChangeAspect="1"/>
          </p:cNvPicPr>
          <p:nvPr/>
        </p:nvPicPr>
        <p:blipFill>
          <a:blip r:embed="rId19">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70340"/>
            <a:ext cx="4840377" cy="885151"/>
          </a:xfrm>
          <a:prstGeom prst="rect">
            <a:avLst/>
          </a:prstGeom>
        </p:spPr>
      </p:pic>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44" name="组合 43"/>
          <p:cNvGrpSpPr/>
          <p:nvPr/>
        </p:nvGrpSpPr>
        <p:grpSpPr>
          <a:xfrm rot="10800000">
            <a:off x="-598644" y="4863839"/>
            <a:ext cx="2117288" cy="2334478"/>
            <a:chOff x="9664473" y="816338"/>
            <a:chExt cx="3185286" cy="3512032"/>
          </a:xfrm>
        </p:grpSpPr>
        <p:sp>
          <p:nvSpPr>
            <p:cNvPr id="45" name="íṧḻiḋe"/>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46" name="íş1íḍè"/>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grpSp>
      <p:grpSp>
        <p:nvGrpSpPr>
          <p:cNvPr id="47" name="组合 46"/>
          <p:cNvGrpSpPr/>
          <p:nvPr/>
        </p:nvGrpSpPr>
        <p:grpSpPr>
          <a:xfrm rot="10800000">
            <a:off x="9086997" y="-1443802"/>
            <a:ext cx="3204450" cy="4893654"/>
            <a:chOff x="-15240" y="3375944"/>
            <a:chExt cx="3204450" cy="4893654"/>
          </a:xfrm>
        </p:grpSpPr>
        <p:sp>
          <p:nvSpPr>
            <p:cNvPr id="48" name="íSliḑè"/>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49" name="íš1ïḋe"/>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50" name="iṡḻiďè"/>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pic>
        <p:nvPicPr>
          <p:cNvPr id="2" name="图片 1"/>
          <p:cNvPicPr>
            <a:picLocks noChangeAspect="1"/>
          </p:cNvPicPr>
          <p:nvPr/>
        </p:nvPicPr>
        <p:blipFill>
          <a:blip r:embed="rId2">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6649" y="82576"/>
            <a:ext cx="4840377" cy="885151"/>
          </a:xfrm>
          <a:prstGeom prst="rect">
            <a:avLst/>
          </a:prstGeom>
        </p:spPr>
      </p:pic>
      <p:grpSp>
        <p:nvGrpSpPr>
          <p:cNvPr id="13" name="组合 12"/>
          <p:cNvGrpSpPr/>
          <p:nvPr/>
        </p:nvGrpSpPr>
        <p:grpSpPr>
          <a:xfrm>
            <a:off x="1365250" y="1778635"/>
            <a:ext cx="7082155" cy="2487930"/>
            <a:chOff x="2150" y="2801"/>
            <a:chExt cx="11153" cy="3918"/>
          </a:xfrm>
        </p:grpSpPr>
        <p:sp>
          <p:nvSpPr>
            <p:cNvPr id="14" name="iṡḻiďè"/>
            <p:cNvSpPr/>
            <p:nvPr/>
          </p:nvSpPr>
          <p:spPr bwMode="auto">
            <a:xfrm rot="17590292">
              <a:off x="2495" y="3042"/>
              <a:ext cx="3604" cy="3121"/>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sz="1800">
                <a:cs typeface="+mn-ea"/>
                <a:sym typeface="+mn-lt"/>
              </a:endParaRPr>
            </a:p>
          </p:txBody>
        </p:sp>
        <p:grpSp>
          <p:nvGrpSpPr>
            <p:cNvPr id="15" name="组合 14"/>
            <p:cNvGrpSpPr/>
            <p:nvPr/>
          </p:nvGrpSpPr>
          <p:grpSpPr>
            <a:xfrm>
              <a:off x="2150" y="3602"/>
              <a:ext cx="11153" cy="3117"/>
              <a:chOff x="2150" y="3602"/>
              <a:chExt cx="11153" cy="3117"/>
            </a:xfrm>
          </p:grpSpPr>
          <p:sp>
            <p:nvSpPr>
              <p:cNvPr id="16" name="圆角矩形 15"/>
              <p:cNvSpPr/>
              <p:nvPr/>
            </p:nvSpPr>
            <p:spPr>
              <a:xfrm>
                <a:off x="7343" y="4603"/>
                <a:ext cx="5960" cy="1552"/>
              </a:xfrm>
              <a:prstGeom prst="roundRect">
                <a:avLst/>
              </a:prstGeom>
              <a:solidFill>
                <a:schemeClr val="accent1">
                  <a:lumMod val="20000"/>
                  <a:lumOff val="80000"/>
                </a:schemeClr>
              </a:solidFill>
              <a:ln>
                <a:noFill/>
              </a:ln>
              <a:effectLst>
                <a:innerShdw blurRad="63500" dist="50800" dir="189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iṡḻiďè"/>
              <p:cNvSpPr/>
              <p:nvPr/>
            </p:nvSpPr>
            <p:spPr bwMode="auto">
              <a:xfrm rot="17590292">
                <a:off x="3930" y="3810"/>
                <a:ext cx="3117" cy="2700"/>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sz="1800">
                  <a:cs typeface="+mn-ea"/>
                  <a:sym typeface="+mn-lt"/>
                </a:endParaRPr>
              </a:p>
            </p:txBody>
          </p:sp>
          <p:sp>
            <p:nvSpPr>
              <p:cNvPr id="24" name="MH_Others_1"/>
              <p:cNvSpPr txBox="1"/>
              <p:nvPr>
                <p:custDataLst>
                  <p:tags r:id="rId3"/>
                </p:custDataLst>
              </p:nvPr>
            </p:nvSpPr>
            <p:spPr>
              <a:xfrm>
                <a:off x="2150" y="4603"/>
                <a:ext cx="6229" cy="1335"/>
              </a:xfrm>
              <a:prstGeom prst="rect">
                <a:avLst/>
              </a:prstGeom>
              <a:noFill/>
            </p:spPr>
            <p:txBody>
              <a:bodyPr wrap="square" rtlCol="0">
                <a:noAutofit/>
              </a:bodyPr>
              <a:lstStyle/>
              <a:p>
                <a:pPr algn="ctr"/>
                <a:r>
                  <a:rPr lang="en-US" altLang="zh-CN" sz="4400" b="1" dirty="0">
                    <a:solidFill>
                      <a:schemeClr val="bg1"/>
                    </a:solidFill>
                    <a:effectLst>
                      <a:outerShdw blurRad="38100" dist="38100" dir="2700000" algn="tl">
                        <a:srgbClr val="000000">
                          <a:alpha val="43137"/>
                        </a:srgbClr>
                      </a:outerShdw>
                    </a:effectLst>
                    <a:cs typeface="+mn-ea"/>
                    <a:sym typeface="+mn-lt"/>
                  </a:rPr>
                  <a:t>PART 01</a:t>
                </a:r>
                <a:endParaRPr lang="zh-CN" altLang="en-US" sz="4400" b="1" dirty="0">
                  <a:solidFill>
                    <a:schemeClr val="bg1"/>
                  </a:solidFill>
                  <a:effectLst>
                    <a:outerShdw blurRad="38100" dist="38100" dir="2700000" algn="tl">
                      <a:srgbClr val="000000">
                        <a:alpha val="43137"/>
                      </a:srgbClr>
                    </a:outerShdw>
                  </a:effectLst>
                  <a:cs typeface="+mn-ea"/>
                  <a:sym typeface="+mn-lt"/>
                </a:endParaRPr>
              </a:p>
            </p:txBody>
          </p:sp>
          <p:sp>
            <p:nvSpPr>
              <p:cNvPr id="26" name="矩形 25"/>
              <p:cNvSpPr/>
              <p:nvPr/>
            </p:nvSpPr>
            <p:spPr>
              <a:xfrm>
                <a:off x="7892" y="4906"/>
                <a:ext cx="4968" cy="1016"/>
              </a:xfrm>
              <a:prstGeom prst="rect">
                <a:avLst/>
              </a:prstGeom>
            </p:spPr>
            <p:txBody>
              <a:bodyPr wrap="none">
                <a:spAutoFit/>
              </a:bodyPr>
              <a:lstStyle/>
              <a:p>
                <a:r>
                  <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rPr>
                  <a:t>整体工作</a:t>
                </a:r>
                <a:r>
                  <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rPr>
                  <a:t>概述</a:t>
                </a:r>
                <a:endPar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634877" y="1956966"/>
            <a:ext cx="5189370" cy="4135913"/>
            <a:chOff x="1174752" y="2094775"/>
            <a:chExt cx="4294140" cy="3422418"/>
          </a:xfrm>
        </p:grpSpPr>
        <p:pic>
          <p:nvPicPr>
            <p:cNvPr id="18" name="Picture 5"/>
            <p:cNvPicPr>
              <a:picLocks noChangeAspect="1"/>
            </p:cNvPicPr>
            <p:nvPr/>
          </p:nvPicPr>
          <p:blipFill>
            <a:blip r:embed="rId1" cstate="screen"/>
            <a:stretch>
              <a:fillRect/>
            </a:stretch>
          </p:blipFill>
          <p:spPr>
            <a:xfrm>
              <a:off x="1174752" y="2094775"/>
              <a:ext cx="4294140" cy="3422418"/>
            </a:xfrm>
            <a:prstGeom prst="rect">
              <a:avLst/>
            </a:prstGeom>
          </p:spPr>
        </p:pic>
        <p:sp>
          <p:nvSpPr>
            <p:cNvPr id="20" name="矩形 19"/>
            <p:cNvSpPr/>
            <p:nvPr/>
          </p:nvSpPr>
          <p:spPr>
            <a:xfrm>
              <a:off x="1397399" y="2301989"/>
              <a:ext cx="3842449" cy="2176369"/>
            </a:xfrm>
            <a:prstGeom prst="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透明"/>
            <p:cNvSpPr/>
            <p:nvPr/>
          </p:nvSpPr>
          <p:spPr bwMode="auto">
            <a:xfrm>
              <a:off x="3259976" y="2301989"/>
              <a:ext cx="1979872" cy="2176456"/>
            </a:xfrm>
            <a:custGeom>
              <a:avLst/>
              <a:gdLst>
                <a:gd name="T0" fmla="*/ 1682 w 1682"/>
                <a:gd name="T1" fmla="*/ 0 h 2069"/>
                <a:gd name="T2" fmla="*/ 789 w 1682"/>
                <a:gd name="T3" fmla="*/ 0 h 2069"/>
                <a:gd name="T4" fmla="*/ 0 w 1682"/>
                <a:gd name="T5" fmla="*/ 2069 h 2069"/>
                <a:gd name="T6" fmla="*/ 1682 w 1682"/>
                <a:gd name="T7" fmla="*/ 2069 h 2069"/>
                <a:gd name="T8" fmla="*/ 1682 w 1682"/>
                <a:gd name="T9" fmla="*/ 0 h 2069"/>
              </a:gdLst>
              <a:ahLst/>
              <a:cxnLst>
                <a:cxn ang="0">
                  <a:pos x="T0" y="T1"/>
                </a:cxn>
                <a:cxn ang="0">
                  <a:pos x="T2" y="T3"/>
                </a:cxn>
                <a:cxn ang="0">
                  <a:pos x="T4" y="T5"/>
                </a:cxn>
                <a:cxn ang="0">
                  <a:pos x="T6" y="T7"/>
                </a:cxn>
                <a:cxn ang="0">
                  <a:pos x="T8" y="T9"/>
                </a:cxn>
              </a:cxnLst>
              <a:rect l="0" t="0" r="r" b="b"/>
              <a:pathLst>
                <a:path w="1682" h="2069">
                  <a:moveTo>
                    <a:pt x="1682" y="0"/>
                  </a:moveTo>
                  <a:lnTo>
                    <a:pt x="789" y="0"/>
                  </a:lnTo>
                  <a:lnTo>
                    <a:pt x="0" y="2069"/>
                  </a:lnTo>
                  <a:lnTo>
                    <a:pt x="1682" y="2069"/>
                  </a:lnTo>
                  <a:lnTo>
                    <a:pt x="1682" y="0"/>
                  </a:lnTo>
                  <a:close/>
                </a:path>
              </a:pathLst>
            </a:custGeom>
            <a:gradFill flip="none" rotWithShape="1">
              <a:gsLst>
                <a:gs pos="0">
                  <a:schemeClr val="bg1">
                    <a:alpha val="30000"/>
                  </a:schemeClr>
                </a:gs>
                <a:gs pos="23000">
                  <a:schemeClr val="bg1">
                    <a:alpha val="20000"/>
                  </a:schemeClr>
                </a:gs>
                <a:gs pos="100000">
                  <a:schemeClr val="bg1">
                    <a:alpha val="0"/>
                  </a:schemeClr>
                </a:gs>
              </a:gsLst>
              <a:lin ang="8100000" scaled="1"/>
              <a:tileRect/>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cs typeface="+mn-ea"/>
                <a:sym typeface="+mn-lt"/>
              </a:endParaRPr>
            </a:p>
          </p:txBody>
        </p:sp>
      </p:grpSp>
      <p:grpSp>
        <p:nvGrpSpPr>
          <p:cNvPr id="25" name="组合 24"/>
          <p:cNvGrpSpPr/>
          <p:nvPr/>
        </p:nvGrpSpPr>
        <p:grpSpPr>
          <a:xfrm>
            <a:off x="6987684" y="2202268"/>
            <a:ext cx="4229941" cy="960823"/>
            <a:chOff x="2486796" y="2343753"/>
            <a:chExt cx="4229941" cy="960823"/>
          </a:xfrm>
        </p:grpSpPr>
        <p:sp>
          <p:nvSpPr>
            <p:cNvPr id="27" name="文本框 26"/>
            <p:cNvSpPr txBox="1"/>
            <p:nvPr/>
          </p:nvSpPr>
          <p:spPr>
            <a:xfrm>
              <a:off x="2486796" y="2343753"/>
              <a:ext cx="3585789"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cs typeface="+mn-ea"/>
                  <a:sym typeface="+mn-lt"/>
                </a:rPr>
                <a:t>工作内容情况一</a:t>
              </a:r>
              <a:endParaRPr lang="zh-CN" altLang="en-US" b="1" dirty="0">
                <a:solidFill>
                  <a:schemeClr val="tx1">
                    <a:lumMod val="75000"/>
                    <a:lumOff val="25000"/>
                  </a:schemeClr>
                </a:solidFill>
                <a:cs typeface="+mn-ea"/>
                <a:sym typeface="+mn-lt"/>
              </a:endParaRPr>
            </a:p>
          </p:txBody>
        </p:sp>
        <p:sp>
          <p:nvSpPr>
            <p:cNvPr id="28" name="文本框 27"/>
            <p:cNvSpPr txBox="1"/>
            <p:nvPr/>
          </p:nvSpPr>
          <p:spPr>
            <a:xfrm>
              <a:off x="2486796" y="2687228"/>
              <a:ext cx="4229941" cy="617348"/>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200" dirty="0">
                  <a:solidFill>
                    <a:schemeClr val="bg1">
                      <a:lumMod val="50000"/>
                    </a:schemeClr>
                  </a:solidFill>
                  <a:cs typeface="+mn-ea"/>
                  <a:sym typeface="+mn-lt"/>
                </a:rPr>
                <a:t>请将您的内容打在这里，或者通过复制您的文本后，在此框中选择粘贴，并选择只保留文字，且尽可能精简</a:t>
              </a:r>
              <a:r>
                <a:rPr lang="en-US" altLang="zh-CN" sz="1200" dirty="0">
                  <a:solidFill>
                    <a:schemeClr val="bg1">
                      <a:lumMod val="50000"/>
                    </a:schemeClr>
                  </a:solidFill>
                  <a:cs typeface="+mn-ea"/>
                  <a:sym typeface="+mn-lt"/>
                </a:rPr>
                <a:t>.</a:t>
              </a:r>
              <a:endParaRPr lang="en-US" altLang="zh-CN" sz="1200" dirty="0">
                <a:solidFill>
                  <a:schemeClr val="bg1">
                    <a:lumMod val="50000"/>
                  </a:schemeClr>
                </a:solidFill>
                <a:cs typeface="+mn-ea"/>
                <a:sym typeface="+mn-lt"/>
              </a:endParaRPr>
            </a:p>
          </p:txBody>
        </p:sp>
      </p:grpSp>
      <p:sp>
        <p:nvSpPr>
          <p:cNvPr id="29" name="椭圆 38"/>
          <p:cNvSpPr/>
          <p:nvPr/>
        </p:nvSpPr>
        <p:spPr>
          <a:xfrm>
            <a:off x="6468587" y="2268607"/>
            <a:ext cx="394467" cy="317917"/>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grpSp>
        <p:nvGrpSpPr>
          <p:cNvPr id="30" name="组合 29"/>
          <p:cNvGrpSpPr/>
          <p:nvPr/>
        </p:nvGrpSpPr>
        <p:grpSpPr>
          <a:xfrm>
            <a:off x="6987684" y="3531703"/>
            <a:ext cx="4229941" cy="960823"/>
            <a:chOff x="2486796" y="2343753"/>
            <a:chExt cx="4229941" cy="960823"/>
          </a:xfrm>
        </p:grpSpPr>
        <p:sp>
          <p:nvSpPr>
            <p:cNvPr id="31" name="文本框 30"/>
            <p:cNvSpPr txBox="1"/>
            <p:nvPr/>
          </p:nvSpPr>
          <p:spPr>
            <a:xfrm>
              <a:off x="2486796" y="2343753"/>
              <a:ext cx="3585789"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cs typeface="+mn-ea"/>
                  <a:sym typeface="+mn-lt"/>
                </a:rPr>
                <a:t>工作内容情况二</a:t>
              </a:r>
              <a:endParaRPr lang="zh-CN" altLang="en-US" b="1" dirty="0">
                <a:solidFill>
                  <a:schemeClr val="tx1">
                    <a:lumMod val="75000"/>
                    <a:lumOff val="25000"/>
                  </a:schemeClr>
                </a:solidFill>
                <a:cs typeface="+mn-ea"/>
                <a:sym typeface="+mn-lt"/>
              </a:endParaRPr>
            </a:p>
          </p:txBody>
        </p:sp>
        <p:sp>
          <p:nvSpPr>
            <p:cNvPr id="32" name="文本框 31"/>
            <p:cNvSpPr txBox="1"/>
            <p:nvPr/>
          </p:nvSpPr>
          <p:spPr>
            <a:xfrm>
              <a:off x="2486796" y="2687228"/>
              <a:ext cx="4229941" cy="617348"/>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200" dirty="0">
                  <a:solidFill>
                    <a:schemeClr val="bg1">
                      <a:lumMod val="50000"/>
                    </a:schemeClr>
                  </a:solidFill>
                  <a:cs typeface="+mn-ea"/>
                  <a:sym typeface="+mn-lt"/>
                </a:rPr>
                <a:t>请将您的内容打在这里，或者通过复制您的文本后，在此框中选择粘贴，并选择只保留文字，且尽可能精简</a:t>
              </a:r>
              <a:r>
                <a:rPr lang="en-US" altLang="zh-CN" sz="1200" dirty="0">
                  <a:solidFill>
                    <a:schemeClr val="bg1">
                      <a:lumMod val="50000"/>
                    </a:schemeClr>
                  </a:solidFill>
                  <a:cs typeface="+mn-ea"/>
                  <a:sym typeface="+mn-lt"/>
                </a:rPr>
                <a:t>.</a:t>
              </a:r>
              <a:endParaRPr lang="en-US" altLang="zh-CN" sz="1200" dirty="0">
                <a:solidFill>
                  <a:schemeClr val="bg1">
                    <a:lumMod val="50000"/>
                  </a:schemeClr>
                </a:solidFill>
                <a:cs typeface="+mn-ea"/>
                <a:sym typeface="+mn-lt"/>
              </a:endParaRPr>
            </a:p>
          </p:txBody>
        </p:sp>
      </p:grpSp>
      <p:grpSp>
        <p:nvGrpSpPr>
          <p:cNvPr id="33" name="组合 32"/>
          <p:cNvGrpSpPr/>
          <p:nvPr/>
        </p:nvGrpSpPr>
        <p:grpSpPr>
          <a:xfrm>
            <a:off x="6987684" y="4861138"/>
            <a:ext cx="4229941" cy="960823"/>
            <a:chOff x="2486796" y="2343753"/>
            <a:chExt cx="4229941" cy="960823"/>
          </a:xfrm>
        </p:grpSpPr>
        <p:sp>
          <p:nvSpPr>
            <p:cNvPr id="34" name="文本框 33"/>
            <p:cNvSpPr txBox="1"/>
            <p:nvPr/>
          </p:nvSpPr>
          <p:spPr>
            <a:xfrm>
              <a:off x="2486796" y="2343753"/>
              <a:ext cx="3585789"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cs typeface="+mn-ea"/>
                  <a:sym typeface="+mn-lt"/>
                </a:rPr>
                <a:t>工作内容情况三</a:t>
              </a:r>
              <a:endParaRPr lang="zh-CN" altLang="en-US" b="1" dirty="0">
                <a:solidFill>
                  <a:schemeClr val="tx1">
                    <a:lumMod val="75000"/>
                    <a:lumOff val="25000"/>
                  </a:schemeClr>
                </a:solidFill>
                <a:cs typeface="+mn-ea"/>
                <a:sym typeface="+mn-lt"/>
              </a:endParaRPr>
            </a:p>
          </p:txBody>
        </p:sp>
        <p:sp>
          <p:nvSpPr>
            <p:cNvPr id="35" name="文本框 34"/>
            <p:cNvSpPr txBox="1"/>
            <p:nvPr/>
          </p:nvSpPr>
          <p:spPr>
            <a:xfrm>
              <a:off x="2486796" y="2687228"/>
              <a:ext cx="4229941" cy="617348"/>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200" dirty="0">
                  <a:solidFill>
                    <a:schemeClr val="bg1">
                      <a:lumMod val="50000"/>
                    </a:schemeClr>
                  </a:solidFill>
                  <a:cs typeface="+mn-ea"/>
                  <a:sym typeface="+mn-lt"/>
                </a:rPr>
                <a:t>请将您的内容打在这里，或者通过复制您的文本后，在此框中选择粘贴，并选择只保留文字，且尽可能精简</a:t>
              </a:r>
              <a:r>
                <a:rPr lang="en-US" altLang="zh-CN" sz="1200" dirty="0">
                  <a:solidFill>
                    <a:schemeClr val="bg1">
                      <a:lumMod val="50000"/>
                    </a:schemeClr>
                  </a:solidFill>
                  <a:cs typeface="+mn-ea"/>
                  <a:sym typeface="+mn-lt"/>
                </a:rPr>
                <a:t>.</a:t>
              </a:r>
              <a:endParaRPr lang="en-US" altLang="zh-CN" sz="1200" dirty="0">
                <a:solidFill>
                  <a:schemeClr val="bg1">
                    <a:lumMod val="50000"/>
                  </a:schemeClr>
                </a:solidFill>
                <a:cs typeface="+mn-ea"/>
                <a:sym typeface="+mn-lt"/>
              </a:endParaRPr>
            </a:p>
          </p:txBody>
        </p:sp>
      </p:grpSp>
      <p:grpSp>
        <p:nvGrpSpPr>
          <p:cNvPr id="37" name="组合 36"/>
          <p:cNvGrpSpPr/>
          <p:nvPr/>
        </p:nvGrpSpPr>
        <p:grpSpPr>
          <a:xfrm>
            <a:off x="6657916" y="3281654"/>
            <a:ext cx="4488460" cy="1333500"/>
            <a:chOff x="6153150" y="3105150"/>
            <a:chExt cx="4488460" cy="1333500"/>
          </a:xfrm>
        </p:grpSpPr>
        <p:cxnSp>
          <p:nvCxnSpPr>
            <p:cNvPr id="38" name="直接连接符 37"/>
            <p:cNvCxnSpPr/>
            <p:nvPr/>
          </p:nvCxnSpPr>
          <p:spPr>
            <a:xfrm>
              <a:off x="6153150" y="3105150"/>
              <a:ext cx="4488460"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6153150" y="4438650"/>
              <a:ext cx="4488460"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grpSp>
      <p:sp>
        <p:nvSpPr>
          <p:cNvPr id="40" name="Freeform 15"/>
          <p:cNvSpPr>
            <a:spLocks noEditPoints="1"/>
          </p:cNvSpPr>
          <p:nvPr/>
        </p:nvSpPr>
        <p:spPr bwMode="auto">
          <a:xfrm>
            <a:off x="6472466" y="3599075"/>
            <a:ext cx="370900" cy="317916"/>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chemeClr val="accent2"/>
          </a:solidFill>
          <a:ln>
            <a:noFill/>
          </a:ln>
        </p:spPr>
        <p:txBody>
          <a:bodyPr vert="horz" wrap="square" lIns="83743" tIns="41872" rIns="83743" bIns="41872"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base" latinLnBrk="0" hangingPunct="1">
              <a:lnSpc>
                <a:spcPct val="120000"/>
              </a:lnSpc>
              <a:spcBef>
                <a:spcPct val="0"/>
              </a:spcBef>
              <a:spcAft>
                <a:spcPct val="0"/>
              </a:spcAft>
              <a:buClrTx/>
              <a:buSzTx/>
              <a:buFontTx/>
              <a:buNone/>
              <a:defRPr/>
            </a:pPr>
            <a:endParaRPr kumimoji="0" lang="zh-CN" altLang="en-US" sz="900" b="0" i="0" u="none" strike="noStrike" kern="1200" cap="none" spc="0" normalizeH="0" baseline="0" noProof="0" dirty="0">
              <a:ln>
                <a:noFill/>
              </a:ln>
              <a:solidFill>
                <a:prstClr val="black"/>
              </a:solidFill>
              <a:effectLst/>
              <a:uLnTx/>
              <a:uFillTx/>
              <a:cs typeface="+mn-ea"/>
              <a:sym typeface="+mn-lt"/>
            </a:endParaRPr>
          </a:p>
        </p:txBody>
      </p:sp>
      <p:sp>
        <p:nvSpPr>
          <p:cNvPr id="41" name="Freeform 17"/>
          <p:cNvSpPr>
            <a:spLocks noEditPoints="1"/>
          </p:cNvSpPr>
          <p:nvPr/>
        </p:nvSpPr>
        <p:spPr bwMode="auto">
          <a:xfrm>
            <a:off x="6439615" y="4870242"/>
            <a:ext cx="365897" cy="369333"/>
          </a:xfrm>
          <a:custGeom>
            <a:avLst/>
            <a:gdLst>
              <a:gd name="T0" fmla="*/ 49 w 99"/>
              <a:gd name="T1" fmla="*/ 0 h 100"/>
              <a:gd name="T2" fmla="*/ 99 w 99"/>
              <a:gd name="T3" fmla="*/ 50 h 100"/>
              <a:gd name="T4" fmla="*/ 49 w 99"/>
              <a:gd name="T5" fmla="*/ 100 h 100"/>
              <a:gd name="T6" fmla="*/ 0 w 99"/>
              <a:gd name="T7" fmla="*/ 50 h 100"/>
              <a:gd name="T8" fmla="*/ 49 w 99"/>
              <a:gd name="T9" fmla="*/ 0 h 100"/>
              <a:gd name="T10" fmla="*/ 45 w 99"/>
              <a:gd name="T11" fmla="*/ 15 h 100"/>
              <a:gd name="T12" fmla="*/ 45 w 99"/>
              <a:gd name="T13" fmla="*/ 44 h 100"/>
              <a:gd name="T14" fmla="*/ 54 w 99"/>
              <a:gd name="T15" fmla="*/ 44 h 100"/>
              <a:gd name="T16" fmla="*/ 54 w 99"/>
              <a:gd name="T17" fmla="*/ 15 h 100"/>
              <a:gd name="T18" fmla="*/ 45 w 99"/>
              <a:gd name="T19" fmla="*/ 15 h 100"/>
              <a:gd name="T20" fmla="*/ 67 w 99"/>
              <a:gd name="T21" fmla="*/ 24 h 100"/>
              <a:gd name="T22" fmla="*/ 61 w 99"/>
              <a:gd name="T23" fmla="*/ 32 h 100"/>
              <a:gd name="T24" fmla="*/ 64 w 99"/>
              <a:gd name="T25" fmla="*/ 35 h 100"/>
              <a:gd name="T26" fmla="*/ 70 w 99"/>
              <a:gd name="T27" fmla="*/ 50 h 100"/>
              <a:gd name="T28" fmla="*/ 64 w 99"/>
              <a:gd name="T29" fmla="*/ 65 h 100"/>
              <a:gd name="T30" fmla="*/ 49 w 99"/>
              <a:gd name="T31" fmla="*/ 71 h 100"/>
              <a:gd name="T32" fmla="*/ 35 w 99"/>
              <a:gd name="T33" fmla="*/ 65 h 100"/>
              <a:gd name="T34" fmla="*/ 28 w 99"/>
              <a:gd name="T35" fmla="*/ 50 h 100"/>
              <a:gd name="T36" fmla="*/ 35 w 99"/>
              <a:gd name="T37" fmla="*/ 35 h 100"/>
              <a:gd name="T38" fmla="*/ 37 w 99"/>
              <a:gd name="T39" fmla="*/ 32 h 100"/>
              <a:gd name="T40" fmla="*/ 31 w 99"/>
              <a:gd name="T41" fmla="*/ 24 h 100"/>
              <a:gd name="T42" fmla="*/ 27 w 99"/>
              <a:gd name="T43" fmla="*/ 28 h 100"/>
              <a:gd name="T44" fmla="*/ 18 w 99"/>
              <a:gd name="T45" fmla="*/ 50 h 100"/>
              <a:gd name="T46" fmla="*/ 27 w 99"/>
              <a:gd name="T47" fmla="*/ 72 h 100"/>
              <a:gd name="T48" fmla="*/ 49 w 99"/>
              <a:gd name="T49" fmla="*/ 81 h 100"/>
              <a:gd name="T50" fmla="*/ 72 w 99"/>
              <a:gd name="T51" fmla="*/ 72 h 100"/>
              <a:gd name="T52" fmla="*/ 81 w 99"/>
              <a:gd name="T53" fmla="*/ 50 h 100"/>
              <a:gd name="T54" fmla="*/ 72 w 99"/>
              <a:gd name="T55" fmla="*/ 28 h 100"/>
              <a:gd name="T56" fmla="*/ 67 w 99"/>
              <a:gd name="T57" fmla="*/ 2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9" h="100">
                <a:moveTo>
                  <a:pt x="49" y="0"/>
                </a:moveTo>
                <a:cubicBezTo>
                  <a:pt x="77" y="0"/>
                  <a:pt x="99" y="22"/>
                  <a:pt x="99" y="50"/>
                </a:cubicBezTo>
                <a:cubicBezTo>
                  <a:pt x="99" y="77"/>
                  <a:pt x="77" y="100"/>
                  <a:pt x="49" y="100"/>
                </a:cubicBezTo>
                <a:cubicBezTo>
                  <a:pt x="22" y="100"/>
                  <a:pt x="0" y="77"/>
                  <a:pt x="0" y="50"/>
                </a:cubicBezTo>
                <a:cubicBezTo>
                  <a:pt x="0" y="22"/>
                  <a:pt x="22" y="0"/>
                  <a:pt x="49" y="0"/>
                </a:cubicBezTo>
                <a:close/>
                <a:moveTo>
                  <a:pt x="45" y="15"/>
                </a:moveTo>
                <a:cubicBezTo>
                  <a:pt x="45" y="44"/>
                  <a:pt x="45" y="44"/>
                  <a:pt x="45" y="44"/>
                </a:cubicBezTo>
                <a:cubicBezTo>
                  <a:pt x="54" y="44"/>
                  <a:pt x="54" y="44"/>
                  <a:pt x="54" y="44"/>
                </a:cubicBezTo>
                <a:cubicBezTo>
                  <a:pt x="54" y="15"/>
                  <a:pt x="54" y="15"/>
                  <a:pt x="54" y="15"/>
                </a:cubicBezTo>
                <a:cubicBezTo>
                  <a:pt x="45" y="15"/>
                  <a:pt x="45" y="15"/>
                  <a:pt x="45" y="15"/>
                </a:cubicBezTo>
                <a:close/>
                <a:moveTo>
                  <a:pt x="67" y="24"/>
                </a:moveTo>
                <a:cubicBezTo>
                  <a:pt x="61" y="32"/>
                  <a:pt x="61" y="32"/>
                  <a:pt x="61" y="32"/>
                </a:cubicBezTo>
                <a:cubicBezTo>
                  <a:pt x="62" y="33"/>
                  <a:pt x="63" y="34"/>
                  <a:pt x="64" y="35"/>
                </a:cubicBezTo>
                <a:cubicBezTo>
                  <a:pt x="68" y="39"/>
                  <a:pt x="70" y="44"/>
                  <a:pt x="70" y="50"/>
                </a:cubicBezTo>
                <a:cubicBezTo>
                  <a:pt x="70" y="55"/>
                  <a:pt x="68" y="61"/>
                  <a:pt x="64" y="65"/>
                </a:cubicBezTo>
                <a:cubicBezTo>
                  <a:pt x="60" y="68"/>
                  <a:pt x="55" y="71"/>
                  <a:pt x="49" y="71"/>
                </a:cubicBezTo>
                <a:cubicBezTo>
                  <a:pt x="44" y="71"/>
                  <a:pt x="38" y="68"/>
                  <a:pt x="35" y="65"/>
                </a:cubicBezTo>
                <a:cubicBezTo>
                  <a:pt x="31" y="61"/>
                  <a:pt x="28" y="55"/>
                  <a:pt x="28" y="50"/>
                </a:cubicBezTo>
                <a:cubicBezTo>
                  <a:pt x="28" y="44"/>
                  <a:pt x="31" y="39"/>
                  <a:pt x="35" y="35"/>
                </a:cubicBezTo>
                <a:cubicBezTo>
                  <a:pt x="35" y="34"/>
                  <a:pt x="36" y="33"/>
                  <a:pt x="37" y="32"/>
                </a:cubicBezTo>
                <a:cubicBezTo>
                  <a:pt x="31" y="24"/>
                  <a:pt x="31" y="24"/>
                  <a:pt x="31" y="24"/>
                </a:cubicBezTo>
                <a:cubicBezTo>
                  <a:pt x="30" y="25"/>
                  <a:pt x="29" y="26"/>
                  <a:pt x="27" y="28"/>
                </a:cubicBezTo>
                <a:cubicBezTo>
                  <a:pt x="22" y="33"/>
                  <a:pt x="18" y="41"/>
                  <a:pt x="18" y="50"/>
                </a:cubicBezTo>
                <a:cubicBezTo>
                  <a:pt x="18" y="58"/>
                  <a:pt x="22" y="66"/>
                  <a:pt x="27" y="72"/>
                </a:cubicBezTo>
                <a:cubicBezTo>
                  <a:pt x="33" y="77"/>
                  <a:pt x="41" y="81"/>
                  <a:pt x="49" y="81"/>
                </a:cubicBezTo>
                <a:cubicBezTo>
                  <a:pt x="58" y="81"/>
                  <a:pt x="66" y="77"/>
                  <a:pt x="72" y="72"/>
                </a:cubicBezTo>
                <a:cubicBezTo>
                  <a:pt x="77" y="66"/>
                  <a:pt x="81" y="58"/>
                  <a:pt x="81" y="50"/>
                </a:cubicBezTo>
                <a:cubicBezTo>
                  <a:pt x="81" y="41"/>
                  <a:pt x="77" y="33"/>
                  <a:pt x="72" y="28"/>
                </a:cubicBezTo>
                <a:cubicBezTo>
                  <a:pt x="70" y="26"/>
                  <a:pt x="69" y="25"/>
                  <a:pt x="67" y="24"/>
                </a:cubicBezTo>
                <a:close/>
              </a:path>
            </a:pathLst>
          </a:custGeom>
          <a:solidFill>
            <a:schemeClr val="accent1"/>
          </a:solidFill>
          <a:ln>
            <a:noFill/>
          </a:ln>
        </p:spPr>
        <p:txBody>
          <a:bodyPr vert="horz" wrap="square" lIns="83743" tIns="41872" rIns="83743" bIns="41872"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base" latinLnBrk="0" hangingPunct="1">
              <a:lnSpc>
                <a:spcPct val="120000"/>
              </a:lnSpc>
              <a:spcBef>
                <a:spcPct val="0"/>
              </a:spcBef>
              <a:spcAft>
                <a:spcPct val="0"/>
              </a:spcAft>
              <a:buClrTx/>
              <a:buSzTx/>
              <a:buFontTx/>
              <a:buNone/>
              <a:defRPr/>
            </a:pPr>
            <a:endParaRPr kumimoji="0" lang="zh-CN" altLang="en-US" sz="900" b="0" i="0" u="none" strike="noStrike" kern="1200" cap="none" spc="0" normalizeH="0" baseline="0" noProof="0" dirty="0">
              <a:ln>
                <a:noFill/>
              </a:ln>
              <a:solidFill>
                <a:prstClr val="black"/>
              </a:solidFill>
              <a:effectLst/>
              <a:uLnTx/>
              <a:uFillTx/>
              <a:cs typeface="+mn-ea"/>
              <a:sym typeface="+mn-lt"/>
            </a:endParaRPr>
          </a:p>
        </p:txBody>
      </p:sp>
      <p:pic>
        <p:nvPicPr>
          <p:cNvPr id="2" name="图片 1"/>
          <p:cNvPicPr>
            <a:picLocks noChangeAspect="1"/>
          </p:cNvPicPr>
          <p:nvPr/>
        </p:nvPicPr>
        <p:blipFill>
          <a:blip r:embed="rId3">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70340"/>
            <a:ext cx="4840377" cy="885151"/>
          </a:xfrm>
          <a:prstGeom prst="rect">
            <a:avLst/>
          </a:prstGeom>
        </p:spPr>
      </p:pic>
      <p:sp>
        <p:nvSpPr>
          <p:cNvPr id="3" name="矩形 2"/>
          <p:cNvSpPr/>
          <p:nvPr/>
        </p:nvSpPr>
        <p:spPr>
          <a:xfrm>
            <a:off x="1010013" y="6007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endParaRPr lang="zh-CN" altLang="en-US" sz="2000" spc="300" dirty="0">
              <a:solidFill>
                <a:schemeClr val="tx2"/>
              </a:solidFill>
              <a:cs typeface="+mn-ea"/>
              <a:sym typeface="+mn-lt"/>
            </a:endParaRPr>
          </a:p>
        </p:txBody>
      </p:sp>
      <p:grpSp>
        <p:nvGrpSpPr>
          <p:cNvPr id="4" name="组合 3"/>
          <p:cNvGrpSpPr/>
          <p:nvPr/>
        </p:nvGrpSpPr>
        <p:grpSpPr>
          <a:xfrm rot="10800000">
            <a:off x="0" y="304408"/>
            <a:ext cx="1010103" cy="857396"/>
            <a:chOff x="-39567" y="0"/>
            <a:chExt cx="1677745" cy="1424104"/>
          </a:xfrm>
        </p:grpSpPr>
        <p:sp>
          <p:nvSpPr>
            <p:cNvPr id="22" name="iṡḻiďè"/>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5" name="iṡḻiďè"/>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par>
                                <p:cTn id="13" presetID="53" presetClass="entr" presetSubtype="16" fill="hold" grpId="0" nodeType="withEffect">
                                  <p:stCondLst>
                                    <p:cond delay="500"/>
                                  </p:stCondLst>
                                  <p:childTnLst>
                                    <p:set>
                                      <p:cBhvr>
                                        <p:cTn id="14" dur="1" fill="hold">
                                          <p:stCondLst>
                                            <p:cond delay="0"/>
                                          </p:stCondLst>
                                        </p:cTn>
                                        <p:tgtEl>
                                          <p:spTgt spid="29"/>
                                        </p:tgtEl>
                                        <p:attrNameLst>
                                          <p:attrName>style.visibility</p:attrName>
                                        </p:attrNameLst>
                                      </p:cBhvr>
                                      <p:to>
                                        <p:strVal val="visible"/>
                                      </p:to>
                                    </p:set>
                                    <p:anim calcmode="lin" valueType="num">
                                      <p:cBhvr>
                                        <p:cTn id="15" dur="500" fill="hold"/>
                                        <p:tgtEl>
                                          <p:spTgt spid="29"/>
                                        </p:tgtEl>
                                        <p:attrNameLst>
                                          <p:attrName>ppt_w</p:attrName>
                                        </p:attrNameLst>
                                      </p:cBhvr>
                                      <p:tavLst>
                                        <p:tav tm="0">
                                          <p:val>
                                            <p:fltVal val="0"/>
                                          </p:val>
                                        </p:tav>
                                        <p:tav tm="100000">
                                          <p:val>
                                            <p:strVal val="#ppt_w"/>
                                          </p:val>
                                        </p:tav>
                                      </p:tavLst>
                                    </p:anim>
                                    <p:anim calcmode="lin" valueType="num">
                                      <p:cBhvr>
                                        <p:cTn id="16" dur="500" fill="hold"/>
                                        <p:tgtEl>
                                          <p:spTgt spid="29"/>
                                        </p:tgtEl>
                                        <p:attrNameLst>
                                          <p:attrName>ppt_h</p:attrName>
                                        </p:attrNameLst>
                                      </p:cBhvr>
                                      <p:tavLst>
                                        <p:tav tm="0">
                                          <p:val>
                                            <p:fltVal val="0"/>
                                          </p:val>
                                        </p:tav>
                                        <p:tav tm="100000">
                                          <p:val>
                                            <p:strVal val="#ppt_h"/>
                                          </p:val>
                                        </p:tav>
                                      </p:tavLst>
                                    </p:anim>
                                    <p:animEffect transition="in" filter="fade">
                                      <p:cBhvr>
                                        <p:cTn id="17" dur="500"/>
                                        <p:tgtEl>
                                          <p:spTgt spid="29"/>
                                        </p:tgtEl>
                                      </p:cBhvr>
                                    </p:animEffect>
                                  </p:childTnLst>
                                </p:cTn>
                              </p:par>
                              <p:par>
                                <p:cTn id="18" presetID="53" presetClass="entr" presetSubtype="16" fill="hold" grpId="0" nodeType="withEffect">
                                  <p:stCondLst>
                                    <p:cond delay="500"/>
                                  </p:stCondLst>
                                  <p:childTnLst>
                                    <p:set>
                                      <p:cBhvr>
                                        <p:cTn id="19" dur="1" fill="hold">
                                          <p:stCondLst>
                                            <p:cond delay="0"/>
                                          </p:stCondLst>
                                        </p:cTn>
                                        <p:tgtEl>
                                          <p:spTgt spid="40"/>
                                        </p:tgtEl>
                                        <p:attrNameLst>
                                          <p:attrName>style.visibility</p:attrName>
                                        </p:attrNameLst>
                                      </p:cBhvr>
                                      <p:to>
                                        <p:strVal val="visible"/>
                                      </p:to>
                                    </p:set>
                                    <p:anim calcmode="lin" valueType="num">
                                      <p:cBhvr>
                                        <p:cTn id="20" dur="500" fill="hold"/>
                                        <p:tgtEl>
                                          <p:spTgt spid="40"/>
                                        </p:tgtEl>
                                        <p:attrNameLst>
                                          <p:attrName>ppt_w</p:attrName>
                                        </p:attrNameLst>
                                      </p:cBhvr>
                                      <p:tavLst>
                                        <p:tav tm="0">
                                          <p:val>
                                            <p:fltVal val="0"/>
                                          </p:val>
                                        </p:tav>
                                        <p:tav tm="100000">
                                          <p:val>
                                            <p:strVal val="#ppt_w"/>
                                          </p:val>
                                        </p:tav>
                                      </p:tavLst>
                                    </p:anim>
                                    <p:anim calcmode="lin" valueType="num">
                                      <p:cBhvr>
                                        <p:cTn id="21" dur="500" fill="hold"/>
                                        <p:tgtEl>
                                          <p:spTgt spid="40"/>
                                        </p:tgtEl>
                                        <p:attrNameLst>
                                          <p:attrName>ppt_h</p:attrName>
                                        </p:attrNameLst>
                                      </p:cBhvr>
                                      <p:tavLst>
                                        <p:tav tm="0">
                                          <p:val>
                                            <p:fltVal val="0"/>
                                          </p:val>
                                        </p:tav>
                                        <p:tav tm="100000">
                                          <p:val>
                                            <p:strVal val="#ppt_h"/>
                                          </p:val>
                                        </p:tav>
                                      </p:tavLst>
                                    </p:anim>
                                    <p:animEffect transition="in" filter="fade">
                                      <p:cBhvr>
                                        <p:cTn id="22" dur="500"/>
                                        <p:tgtEl>
                                          <p:spTgt spid="40"/>
                                        </p:tgtEl>
                                      </p:cBhvr>
                                    </p:animEffect>
                                  </p:childTnLst>
                                </p:cTn>
                              </p:par>
                              <p:par>
                                <p:cTn id="23" presetID="53" presetClass="entr" presetSubtype="16" fill="hold" grpId="0" nodeType="withEffect">
                                  <p:stCondLst>
                                    <p:cond delay="500"/>
                                  </p:stCondLst>
                                  <p:childTnLst>
                                    <p:set>
                                      <p:cBhvr>
                                        <p:cTn id="24" dur="1" fill="hold">
                                          <p:stCondLst>
                                            <p:cond delay="0"/>
                                          </p:stCondLst>
                                        </p:cTn>
                                        <p:tgtEl>
                                          <p:spTgt spid="41"/>
                                        </p:tgtEl>
                                        <p:attrNameLst>
                                          <p:attrName>style.visibility</p:attrName>
                                        </p:attrNameLst>
                                      </p:cBhvr>
                                      <p:to>
                                        <p:strVal val="visible"/>
                                      </p:to>
                                    </p:set>
                                    <p:anim calcmode="lin" valueType="num">
                                      <p:cBhvr>
                                        <p:cTn id="25" dur="500" fill="hold"/>
                                        <p:tgtEl>
                                          <p:spTgt spid="41"/>
                                        </p:tgtEl>
                                        <p:attrNameLst>
                                          <p:attrName>ppt_w</p:attrName>
                                        </p:attrNameLst>
                                      </p:cBhvr>
                                      <p:tavLst>
                                        <p:tav tm="0">
                                          <p:val>
                                            <p:fltVal val="0"/>
                                          </p:val>
                                        </p:tav>
                                        <p:tav tm="100000">
                                          <p:val>
                                            <p:strVal val="#ppt_w"/>
                                          </p:val>
                                        </p:tav>
                                      </p:tavLst>
                                    </p:anim>
                                    <p:anim calcmode="lin" valueType="num">
                                      <p:cBhvr>
                                        <p:cTn id="26" dur="500" fill="hold"/>
                                        <p:tgtEl>
                                          <p:spTgt spid="41"/>
                                        </p:tgtEl>
                                        <p:attrNameLst>
                                          <p:attrName>ppt_h</p:attrName>
                                        </p:attrNameLst>
                                      </p:cBhvr>
                                      <p:tavLst>
                                        <p:tav tm="0">
                                          <p:val>
                                            <p:fltVal val="0"/>
                                          </p:val>
                                        </p:tav>
                                        <p:tav tm="100000">
                                          <p:val>
                                            <p:strVal val="#ppt_h"/>
                                          </p:val>
                                        </p:tav>
                                      </p:tavLst>
                                    </p:anim>
                                    <p:animEffect transition="in" filter="fade">
                                      <p:cBhvr>
                                        <p:cTn id="27" dur="500"/>
                                        <p:tgtEl>
                                          <p:spTgt spid="41"/>
                                        </p:tgtEl>
                                      </p:cBhvr>
                                    </p:animEffect>
                                  </p:childTnLst>
                                </p:cTn>
                              </p:par>
                            </p:childTnLst>
                          </p:cTn>
                        </p:par>
                        <p:par>
                          <p:cTn id="28" fill="hold">
                            <p:stCondLst>
                              <p:cond delay="1000"/>
                            </p:stCondLst>
                            <p:childTnLst>
                              <p:par>
                                <p:cTn id="29" presetID="2" presetClass="entr" presetSubtype="2"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1+#ppt_w/2"/>
                                          </p:val>
                                        </p:tav>
                                        <p:tav tm="100000">
                                          <p:val>
                                            <p:strVal val="#ppt_x"/>
                                          </p:val>
                                        </p:tav>
                                      </p:tavLst>
                                    </p:anim>
                                    <p:anim calcmode="lin" valueType="num">
                                      <p:cBhvr additive="base">
                                        <p:cTn id="32" dur="500" fill="hold"/>
                                        <p:tgtEl>
                                          <p:spTgt spid="25"/>
                                        </p:tgtEl>
                                        <p:attrNameLst>
                                          <p:attrName>ppt_y</p:attrName>
                                        </p:attrNameLst>
                                      </p:cBhvr>
                                      <p:tavLst>
                                        <p:tav tm="0">
                                          <p:val>
                                            <p:strVal val="#ppt_y"/>
                                          </p:val>
                                        </p:tav>
                                        <p:tav tm="100000">
                                          <p:val>
                                            <p:strVal val="#ppt_y"/>
                                          </p:val>
                                        </p:tav>
                                      </p:tavLst>
                                    </p:anim>
                                  </p:childTnLst>
                                </p:cTn>
                              </p:par>
                            </p:childTnLst>
                          </p:cTn>
                        </p:par>
                        <p:par>
                          <p:cTn id="33" fill="hold">
                            <p:stCondLst>
                              <p:cond delay="1500"/>
                            </p:stCondLst>
                            <p:childTnLst>
                              <p:par>
                                <p:cTn id="34" presetID="2" presetClass="entr" presetSubtype="2" fill="hold" nodeType="after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500" fill="hold"/>
                                        <p:tgtEl>
                                          <p:spTgt spid="30"/>
                                        </p:tgtEl>
                                        <p:attrNameLst>
                                          <p:attrName>ppt_x</p:attrName>
                                        </p:attrNameLst>
                                      </p:cBhvr>
                                      <p:tavLst>
                                        <p:tav tm="0">
                                          <p:val>
                                            <p:strVal val="1+#ppt_w/2"/>
                                          </p:val>
                                        </p:tav>
                                        <p:tav tm="100000">
                                          <p:val>
                                            <p:strVal val="#ppt_x"/>
                                          </p:val>
                                        </p:tav>
                                      </p:tavLst>
                                    </p:anim>
                                    <p:anim calcmode="lin" valueType="num">
                                      <p:cBhvr additive="base">
                                        <p:cTn id="37" dur="500" fill="hold"/>
                                        <p:tgtEl>
                                          <p:spTgt spid="30"/>
                                        </p:tgtEl>
                                        <p:attrNameLst>
                                          <p:attrName>ppt_y</p:attrName>
                                        </p:attrNameLst>
                                      </p:cBhvr>
                                      <p:tavLst>
                                        <p:tav tm="0">
                                          <p:val>
                                            <p:strVal val="#ppt_y"/>
                                          </p:val>
                                        </p:tav>
                                        <p:tav tm="100000">
                                          <p:val>
                                            <p:strVal val="#ppt_y"/>
                                          </p:val>
                                        </p:tav>
                                      </p:tavLst>
                                    </p:anim>
                                  </p:childTnLst>
                                </p:cTn>
                              </p:par>
                            </p:childTnLst>
                          </p:cTn>
                        </p:par>
                        <p:par>
                          <p:cTn id="38" fill="hold">
                            <p:stCondLst>
                              <p:cond delay="2000"/>
                            </p:stCondLst>
                            <p:childTnLst>
                              <p:par>
                                <p:cTn id="39" presetID="2" presetClass="entr" presetSubtype="2" fill="hold" nodeType="after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additive="base">
                                        <p:cTn id="41" dur="500" fill="hold"/>
                                        <p:tgtEl>
                                          <p:spTgt spid="33"/>
                                        </p:tgtEl>
                                        <p:attrNameLst>
                                          <p:attrName>ppt_x</p:attrName>
                                        </p:attrNameLst>
                                      </p:cBhvr>
                                      <p:tavLst>
                                        <p:tav tm="0">
                                          <p:val>
                                            <p:strVal val="1+#ppt_w/2"/>
                                          </p:val>
                                        </p:tav>
                                        <p:tav tm="100000">
                                          <p:val>
                                            <p:strVal val="#ppt_x"/>
                                          </p:val>
                                        </p:tav>
                                      </p:tavLst>
                                    </p:anim>
                                    <p:anim calcmode="lin" valueType="num">
                                      <p:cBhvr additive="base">
                                        <p:cTn id="42"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0" grpId="0" animBg="1"/>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010013" y="6007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endParaRPr lang="zh-CN" altLang="en-US" sz="2000" spc="300" dirty="0">
              <a:solidFill>
                <a:schemeClr val="tx2"/>
              </a:solidFill>
              <a:cs typeface="+mn-ea"/>
              <a:sym typeface="+mn-lt"/>
            </a:endParaRPr>
          </a:p>
        </p:txBody>
      </p:sp>
      <p:grpSp>
        <p:nvGrpSpPr>
          <p:cNvPr id="21" name="组合 20"/>
          <p:cNvGrpSpPr/>
          <p:nvPr/>
        </p:nvGrpSpPr>
        <p:grpSpPr>
          <a:xfrm rot="10800000">
            <a:off x="0" y="304408"/>
            <a:ext cx="1010103" cy="857396"/>
            <a:chOff x="-39567" y="0"/>
            <a:chExt cx="1677745" cy="1424104"/>
          </a:xfrm>
        </p:grpSpPr>
        <p:sp>
          <p:nvSpPr>
            <p:cNvPr id="22" name="iṡḻiďè"/>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23" name="iṡḻiďè"/>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grpSp>
        <p:nvGrpSpPr>
          <p:cNvPr id="27" name="组合 26"/>
          <p:cNvGrpSpPr/>
          <p:nvPr/>
        </p:nvGrpSpPr>
        <p:grpSpPr>
          <a:xfrm>
            <a:off x="2535033" y="1306077"/>
            <a:ext cx="6592805" cy="3316896"/>
            <a:chOff x="1206499" y="1901370"/>
            <a:chExt cx="6346828" cy="3193143"/>
          </a:xfrm>
        </p:grpSpPr>
        <p:sp>
          <p:nvSpPr>
            <p:cNvPr id="28" name="矩形 27"/>
            <p:cNvSpPr/>
            <p:nvPr/>
          </p:nvSpPr>
          <p:spPr>
            <a:xfrm>
              <a:off x="1206499" y="1901370"/>
              <a:ext cx="6328229" cy="3193143"/>
            </a:xfrm>
            <a:prstGeom prst="rect">
              <a:avLst/>
            </a:prstGeom>
            <a:solidFill>
              <a:schemeClr val="bg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9" name="矩形 28"/>
            <p:cNvSpPr/>
            <p:nvPr/>
          </p:nvSpPr>
          <p:spPr>
            <a:xfrm>
              <a:off x="3028042" y="2423278"/>
              <a:ext cx="3696608" cy="30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30" name="组合 29"/>
            <p:cNvGrpSpPr/>
            <p:nvPr/>
          </p:nvGrpSpPr>
          <p:grpSpPr>
            <a:xfrm>
              <a:off x="1407883" y="2391705"/>
              <a:ext cx="1814288" cy="2181694"/>
              <a:chOff x="1255483" y="2301298"/>
              <a:chExt cx="1814288" cy="2181694"/>
            </a:xfrm>
          </p:grpSpPr>
          <p:sp>
            <p:nvSpPr>
              <p:cNvPr id="43" name="文本框 42"/>
              <p:cNvSpPr txBox="1"/>
              <p:nvPr/>
            </p:nvSpPr>
            <p:spPr>
              <a:xfrm>
                <a:off x="1255483" y="2301298"/>
                <a:ext cx="1814288" cy="338554"/>
              </a:xfrm>
              <a:prstGeom prst="rect">
                <a:avLst/>
              </a:prstGeom>
              <a:noFill/>
            </p:spPr>
            <p:txBody>
              <a:bodyPr wrap="square" rtlCol="0">
                <a:spAutoFit/>
                <a:scene3d>
                  <a:camera prst="orthographicFront"/>
                  <a:lightRig rig="threePt" dir="t"/>
                </a:scene3d>
                <a:sp3d contourW="12700"/>
              </a:bodyPr>
              <a:lstStyle/>
              <a:p>
                <a:r>
                  <a:rPr lang="zh-CN" altLang="en-US" sz="1600" b="1" dirty="0">
                    <a:solidFill>
                      <a:schemeClr val="tx1">
                        <a:lumMod val="75000"/>
                        <a:lumOff val="25000"/>
                      </a:schemeClr>
                    </a:solidFill>
                    <a:cs typeface="+mn-ea"/>
                    <a:sym typeface="+mn-lt"/>
                  </a:rPr>
                  <a:t>标题文字添加</a:t>
                </a:r>
                <a:endParaRPr lang="zh-CN" altLang="en-US" sz="1600" b="1" dirty="0">
                  <a:solidFill>
                    <a:schemeClr val="tx1">
                      <a:lumMod val="75000"/>
                      <a:lumOff val="25000"/>
                    </a:schemeClr>
                  </a:solidFill>
                  <a:cs typeface="+mn-ea"/>
                  <a:sym typeface="+mn-lt"/>
                </a:endParaRPr>
              </a:p>
            </p:txBody>
          </p:sp>
          <p:sp>
            <p:nvSpPr>
              <p:cNvPr id="44" name="文本框 43"/>
              <p:cNvSpPr txBox="1"/>
              <p:nvPr/>
            </p:nvSpPr>
            <p:spPr>
              <a:xfrm>
                <a:off x="1255483" y="2915678"/>
                <a:ext cx="1814288" cy="338554"/>
              </a:xfrm>
              <a:prstGeom prst="rect">
                <a:avLst/>
              </a:prstGeom>
              <a:noFill/>
            </p:spPr>
            <p:txBody>
              <a:bodyPr wrap="square" rtlCol="0">
                <a:spAutoFit/>
                <a:scene3d>
                  <a:camera prst="orthographicFront"/>
                  <a:lightRig rig="threePt" dir="t"/>
                </a:scene3d>
                <a:sp3d contourW="12700"/>
              </a:bodyPr>
              <a:lstStyle/>
              <a:p>
                <a:r>
                  <a:rPr lang="zh-CN" altLang="en-US" sz="1600" b="1" dirty="0">
                    <a:solidFill>
                      <a:schemeClr val="tx1">
                        <a:lumMod val="75000"/>
                        <a:lumOff val="25000"/>
                      </a:schemeClr>
                    </a:solidFill>
                    <a:cs typeface="+mn-ea"/>
                    <a:sym typeface="+mn-lt"/>
                  </a:rPr>
                  <a:t>标题文字添加</a:t>
                </a:r>
                <a:endParaRPr lang="zh-CN" altLang="en-US" sz="1600" b="1" dirty="0">
                  <a:solidFill>
                    <a:schemeClr val="tx1">
                      <a:lumMod val="75000"/>
                      <a:lumOff val="25000"/>
                    </a:schemeClr>
                  </a:solidFill>
                  <a:cs typeface="+mn-ea"/>
                  <a:sym typeface="+mn-lt"/>
                </a:endParaRPr>
              </a:p>
            </p:txBody>
          </p:sp>
          <p:sp>
            <p:nvSpPr>
              <p:cNvPr id="45" name="文本框 44"/>
              <p:cNvSpPr txBox="1"/>
              <p:nvPr/>
            </p:nvSpPr>
            <p:spPr>
              <a:xfrm>
                <a:off x="1255483" y="3530058"/>
                <a:ext cx="1814288" cy="338554"/>
              </a:xfrm>
              <a:prstGeom prst="rect">
                <a:avLst/>
              </a:prstGeom>
              <a:noFill/>
            </p:spPr>
            <p:txBody>
              <a:bodyPr wrap="square" rtlCol="0">
                <a:spAutoFit/>
                <a:scene3d>
                  <a:camera prst="orthographicFront"/>
                  <a:lightRig rig="threePt" dir="t"/>
                </a:scene3d>
                <a:sp3d contourW="12700"/>
              </a:bodyPr>
              <a:lstStyle/>
              <a:p>
                <a:r>
                  <a:rPr lang="zh-CN" altLang="en-US" sz="1600" b="1" dirty="0">
                    <a:solidFill>
                      <a:schemeClr val="tx1">
                        <a:lumMod val="75000"/>
                        <a:lumOff val="25000"/>
                      </a:schemeClr>
                    </a:solidFill>
                    <a:cs typeface="+mn-ea"/>
                    <a:sym typeface="+mn-lt"/>
                  </a:rPr>
                  <a:t>标题文字添加</a:t>
                </a:r>
                <a:endParaRPr lang="zh-CN" altLang="en-US" sz="1600" b="1" dirty="0">
                  <a:solidFill>
                    <a:schemeClr val="tx1">
                      <a:lumMod val="75000"/>
                      <a:lumOff val="25000"/>
                    </a:schemeClr>
                  </a:solidFill>
                  <a:cs typeface="+mn-ea"/>
                  <a:sym typeface="+mn-lt"/>
                </a:endParaRPr>
              </a:p>
            </p:txBody>
          </p:sp>
          <p:sp>
            <p:nvSpPr>
              <p:cNvPr id="46" name="文本框 45"/>
              <p:cNvSpPr txBox="1"/>
              <p:nvPr/>
            </p:nvSpPr>
            <p:spPr>
              <a:xfrm>
                <a:off x="1255483" y="4144438"/>
                <a:ext cx="1814288" cy="338554"/>
              </a:xfrm>
              <a:prstGeom prst="rect">
                <a:avLst/>
              </a:prstGeom>
              <a:noFill/>
            </p:spPr>
            <p:txBody>
              <a:bodyPr wrap="square" rtlCol="0">
                <a:spAutoFit/>
                <a:scene3d>
                  <a:camera prst="orthographicFront"/>
                  <a:lightRig rig="threePt" dir="t"/>
                </a:scene3d>
                <a:sp3d contourW="12700"/>
              </a:bodyPr>
              <a:lstStyle/>
              <a:p>
                <a:r>
                  <a:rPr lang="zh-CN" altLang="en-US" sz="1600" b="1" dirty="0">
                    <a:solidFill>
                      <a:schemeClr val="tx1">
                        <a:lumMod val="75000"/>
                        <a:lumOff val="25000"/>
                      </a:schemeClr>
                    </a:solidFill>
                    <a:cs typeface="+mn-ea"/>
                    <a:sym typeface="+mn-lt"/>
                  </a:rPr>
                  <a:t>标题文字添加</a:t>
                </a:r>
                <a:endParaRPr lang="zh-CN" altLang="en-US" sz="1600" b="1" dirty="0">
                  <a:solidFill>
                    <a:schemeClr val="tx1">
                      <a:lumMod val="75000"/>
                      <a:lumOff val="25000"/>
                    </a:schemeClr>
                  </a:solidFill>
                  <a:cs typeface="+mn-ea"/>
                  <a:sym typeface="+mn-lt"/>
                </a:endParaRPr>
              </a:p>
            </p:txBody>
          </p:sp>
        </p:grpSp>
        <p:sp>
          <p:nvSpPr>
            <p:cNvPr id="31" name="矩形 30"/>
            <p:cNvSpPr/>
            <p:nvPr/>
          </p:nvSpPr>
          <p:spPr>
            <a:xfrm>
              <a:off x="3028042" y="3037889"/>
              <a:ext cx="3696608" cy="30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2" name="矩形 31"/>
            <p:cNvSpPr/>
            <p:nvPr/>
          </p:nvSpPr>
          <p:spPr>
            <a:xfrm>
              <a:off x="3028042" y="3652500"/>
              <a:ext cx="3696608" cy="30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3" name="矩形 32"/>
            <p:cNvSpPr/>
            <p:nvPr/>
          </p:nvSpPr>
          <p:spPr>
            <a:xfrm>
              <a:off x="3028042" y="4267111"/>
              <a:ext cx="3696608" cy="30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4" name="矩形 33"/>
            <p:cNvSpPr/>
            <p:nvPr/>
          </p:nvSpPr>
          <p:spPr>
            <a:xfrm>
              <a:off x="3028043" y="2423278"/>
              <a:ext cx="1972582" cy="304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5" name="矩形 34"/>
            <p:cNvSpPr/>
            <p:nvPr/>
          </p:nvSpPr>
          <p:spPr>
            <a:xfrm>
              <a:off x="3028043" y="3037889"/>
              <a:ext cx="2582182" cy="304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6" name="矩形 35"/>
            <p:cNvSpPr/>
            <p:nvPr/>
          </p:nvSpPr>
          <p:spPr>
            <a:xfrm>
              <a:off x="3028043" y="3652500"/>
              <a:ext cx="1553482" cy="304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7" name="矩形 36"/>
            <p:cNvSpPr/>
            <p:nvPr/>
          </p:nvSpPr>
          <p:spPr>
            <a:xfrm>
              <a:off x="3028043" y="4267111"/>
              <a:ext cx="3096532" cy="304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38" name="组合 37"/>
            <p:cNvGrpSpPr/>
            <p:nvPr/>
          </p:nvGrpSpPr>
          <p:grpSpPr>
            <a:xfrm>
              <a:off x="6768193" y="2401230"/>
              <a:ext cx="785134" cy="2150917"/>
              <a:chOff x="1255483" y="2301298"/>
              <a:chExt cx="785134" cy="2150917"/>
            </a:xfrm>
          </p:grpSpPr>
          <p:sp>
            <p:nvSpPr>
              <p:cNvPr id="39" name="文本框 38"/>
              <p:cNvSpPr txBox="1"/>
              <p:nvPr/>
            </p:nvSpPr>
            <p:spPr>
              <a:xfrm>
                <a:off x="1255483" y="2301298"/>
                <a:ext cx="785134" cy="307777"/>
              </a:xfrm>
              <a:prstGeom prst="rect">
                <a:avLst/>
              </a:prstGeom>
              <a:noFill/>
            </p:spPr>
            <p:txBody>
              <a:bodyPr wrap="square" rtlCol="0">
                <a:spAutoFit/>
                <a:scene3d>
                  <a:camera prst="orthographicFront"/>
                  <a:lightRig rig="threePt" dir="t"/>
                </a:scene3d>
                <a:sp3d contourW="12700"/>
              </a:bodyPr>
              <a:lstStyle/>
              <a:p>
                <a:r>
                  <a:rPr lang="en-US" altLang="zh-CN" sz="1400" dirty="0">
                    <a:solidFill>
                      <a:schemeClr val="tx1">
                        <a:lumMod val="75000"/>
                        <a:lumOff val="25000"/>
                      </a:schemeClr>
                    </a:solidFill>
                    <a:cs typeface="+mn-ea"/>
                    <a:sym typeface="+mn-lt"/>
                  </a:rPr>
                  <a:t>72%</a:t>
                </a:r>
                <a:endParaRPr lang="zh-CN" altLang="en-US" sz="1400" dirty="0">
                  <a:solidFill>
                    <a:schemeClr val="tx1">
                      <a:lumMod val="75000"/>
                      <a:lumOff val="25000"/>
                    </a:schemeClr>
                  </a:solidFill>
                  <a:cs typeface="+mn-ea"/>
                  <a:sym typeface="+mn-lt"/>
                </a:endParaRPr>
              </a:p>
            </p:txBody>
          </p:sp>
          <p:sp>
            <p:nvSpPr>
              <p:cNvPr id="40" name="文本框 39"/>
              <p:cNvSpPr txBox="1"/>
              <p:nvPr/>
            </p:nvSpPr>
            <p:spPr>
              <a:xfrm>
                <a:off x="1255483" y="2915678"/>
                <a:ext cx="785134" cy="307777"/>
              </a:xfrm>
              <a:prstGeom prst="rect">
                <a:avLst/>
              </a:prstGeom>
              <a:noFill/>
            </p:spPr>
            <p:txBody>
              <a:bodyPr wrap="square" rtlCol="0">
                <a:spAutoFit/>
                <a:scene3d>
                  <a:camera prst="orthographicFront"/>
                  <a:lightRig rig="threePt" dir="t"/>
                </a:scene3d>
                <a:sp3d contourW="12700"/>
              </a:bodyPr>
              <a:lstStyle/>
              <a:p>
                <a:r>
                  <a:rPr lang="en-US" altLang="zh-CN" sz="1400" dirty="0">
                    <a:solidFill>
                      <a:schemeClr val="tx1">
                        <a:lumMod val="75000"/>
                        <a:lumOff val="25000"/>
                      </a:schemeClr>
                    </a:solidFill>
                    <a:cs typeface="+mn-ea"/>
                    <a:sym typeface="+mn-lt"/>
                  </a:rPr>
                  <a:t>83%</a:t>
                </a:r>
                <a:endParaRPr lang="zh-CN" altLang="en-US" sz="1400" dirty="0">
                  <a:solidFill>
                    <a:schemeClr val="tx1">
                      <a:lumMod val="75000"/>
                      <a:lumOff val="25000"/>
                    </a:schemeClr>
                  </a:solidFill>
                  <a:cs typeface="+mn-ea"/>
                  <a:sym typeface="+mn-lt"/>
                </a:endParaRPr>
              </a:p>
            </p:txBody>
          </p:sp>
          <p:sp>
            <p:nvSpPr>
              <p:cNvPr id="41" name="文本框 40"/>
              <p:cNvSpPr txBox="1"/>
              <p:nvPr/>
            </p:nvSpPr>
            <p:spPr>
              <a:xfrm>
                <a:off x="1255483" y="3530058"/>
                <a:ext cx="785134" cy="307777"/>
              </a:xfrm>
              <a:prstGeom prst="rect">
                <a:avLst/>
              </a:prstGeom>
              <a:noFill/>
            </p:spPr>
            <p:txBody>
              <a:bodyPr wrap="square" rtlCol="0">
                <a:spAutoFit/>
                <a:scene3d>
                  <a:camera prst="orthographicFront"/>
                  <a:lightRig rig="threePt" dir="t"/>
                </a:scene3d>
                <a:sp3d contourW="12700"/>
              </a:bodyPr>
              <a:lstStyle/>
              <a:p>
                <a:r>
                  <a:rPr lang="en-US" altLang="zh-CN" sz="1400" dirty="0">
                    <a:solidFill>
                      <a:schemeClr val="tx1">
                        <a:lumMod val="75000"/>
                        <a:lumOff val="25000"/>
                      </a:schemeClr>
                    </a:solidFill>
                    <a:cs typeface="+mn-ea"/>
                    <a:sym typeface="+mn-lt"/>
                  </a:rPr>
                  <a:t>46%</a:t>
                </a:r>
                <a:endParaRPr lang="zh-CN" altLang="en-US" sz="1400" dirty="0">
                  <a:solidFill>
                    <a:schemeClr val="tx1">
                      <a:lumMod val="75000"/>
                      <a:lumOff val="25000"/>
                    </a:schemeClr>
                  </a:solidFill>
                  <a:cs typeface="+mn-ea"/>
                  <a:sym typeface="+mn-lt"/>
                </a:endParaRPr>
              </a:p>
            </p:txBody>
          </p:sp>
          <p:sp>
            <p:nvSpPr>
              <p:cNvPr id="42" name="文本框 41"/>
              <p:cNvSpPr txBox="1"/>
              <p:nvPr/>
            </p:nvSpPr>
            <p:spPr>
              <a:xfrm>
                <a:off x="1255483" y="4144438"/>
                <a:ext cx="785134" cy="307777"/>
              </a:xfrm>
              <a:prstGeom prst="rect">
                <a:avLst/>
              </a:prstGeom>
              <a:noFill/>
            </p:spPr>
            <p:txBody>
              <a:bodyPr wrap="square" rtlCol="0">
                <a:spAutoFit/>
                <a:scene3d>
                  <a:camera prst="orthographicFront"/>
                  <a:lightRig rig="threePt" dir="t"/>
                </a:scene3d>
                <a:sp3d contourW="12700"/>
              </a:bodyPr>
              <a:lstStyle/>
              <a:p>
                <a:r>
                  <a:rPr lang="en-US" altLang="zh-CN" sz="1400" dirty="0">
                    <a:solidFill>
                      <a:schemeClr val="tx1">
                        <a:lumMod val="75000"/>
                        <a:lumOff val="25000"/>
                      </a:schemeClr>
                    </a:solidFill>
                    <a:cs typeface="+mn-ea"/>
                    <a:sym typeface="+mn-lt"/>
                  </a:rPr>
                  <a:t>90%</a:t>
                </a:r>
                <a:endParaRPr lang="zh-CN" altLang="en-US" sz="1400" dirty="0">
                  <a:solidFill>
                    <a:schemeClr val="tx1">
                      <a:lumMod val="75000"/>
                      <a:lumOff val="25000"/>
                    </a:schemeClr>
                  </a:solidFill>
                  <a:cs typeface="+mn-ea"/>
                  <a:sym typeface="+mn-lt"/>
                </a:endParaRPr>
              </a:p>
            </p:txBody>
          </p:sp>
        </p:grpSp>
      </p:grpSp>
      <p:sp>
        <p:nvSpPr>
          <p:cNvPr id="47" name="文本框 46"/>
          <p:cNvSpPr txBox="1"/>
          <p:nvPr/>
        </p:nvSpPr>
        <p:spPr>
          <a:xfrm>
            <a:off x="752588" y="5081058"/>
            <a:ext cx="10677412" cy="1144609"/>
          </a:xfrm>
          <a:prstGeom prst="rect">
            <a:avLst/>
          </a:prstGeom>
          <a:noFill/>
        </p:spPr>
        <p:txBody>
          <a:bodyPr wrap="square" rtlCol="0">
            <a:spAutoFit/>
            <a:scene3d>
              <a:camera prst="orthographicFront"/>
              <a:lightRig rig="threePt" dir="t"/>
            </a:scene3d>
            <a:sp3d contourW="12700"/>
          </a:bodyPr>
          <a:lstStyle/>
          <a:p>
            <a:pPr>
              <a:lnSpc>
                <a:spcPct val="125000"/>
              </a:lnSpc>
            </a:pPr>
            <a:r>
              <a:rPr lang="zh-CN" altLang="en-US" sz="1400" dirty="0">
                <a:solidFill>
                  <a:schemeClr val="tx1">
                    <a:lumMod val="75000"/>
                    <a:lumOff val="25000"/>
                  </a:schemeClr>
                </a:solidFill>
                <a:cs typeface="+mn-ea"/>
                <a:sym typeface="+mn-lt"/>
              </a:rPr>
              <a:t>请将您的内容打在这里，或者通过复制您的文本后，在此框中选择粘贴，并选择只保留文字，且尽可能精简</a:t>
            </a:r>
            <a:r>
              <a:rPr lang="en-US" altLang="zh-CN" sz="1400" dirty="0">
                <a:solidFill>
                  <a:schemeClr val="tx1">
                    <a:lumMod val="75000"/>
                    <a:lumOff val="25000"/>
                  </a:schemeClr>
                </a:solidFill>
                <a:cs typeface="+mn-ea"/>
                <a:sym typeface="+mn-lt"/>
              </a:rPr>
              <a:t>.</a:t>
            </a:r>
            <a:r>
              <a:rPr lang="zh-CN" altLang="en-US" sz="1400" dirty="0">
                <a:solidFill>
                  <a:schemeClr val="tx1">
                    <a:lumMod val="75000"/>
                    <a:lumOff val="25000"/>
                  </a:schemeClr>
                </a:solidFill>
                <a:cs typeface="+mn-ea"/>
                <a:sym typeface="+mn-lt"/>
              </a:rPr>
              <a:t>请将您的内容打在这里，或者通过复制您的文本后，在此框中选择粘贴，并选择只保留文字，且尽可能精简</a:t>
            </a:r>
            <a:r>
              <a:rPr lang="en-US" altLang="zh-CN" sz="1400" dirty="0">
                <a:solidFill>
                  <a:schemeClr val="tx1">
                    <a:lumMod val="75000"/>
                    <a:lumOff val="25000"/>
                  </a:schemeClr>
                </a:solidFill>
                <a:cs typeface="+mn-ea"/>
                <a:sym typeface="+mn-lt"/>
              </a:rPr>
              <a:t>.</a:t>
            </a:r>
            <a:endParaRPr lang="en-US" altLang="zh-CN" sz="1400" dirty="0">
              <a:solidFill>
                <a:schemeClr val="tx1">
                  <a:lumMod val="75000"/>
                  <a:lumOff val="25000"/>
                </a:schemeClr>
              </a:solidFill>
              <a:cs typeface="+mn-ea"/>
              <a:sym typeface="+mn-lt"/>
            </a:endParaRPr>
          </a:p>
          <a:p>
            <a:pPr>
              <a:lnSpc>
                <a:spcPct val="125000"/>
              </a:lnSpc>
            </a:pPr>
            <a:r>
              <a:rPr lang="zh-CN" altLang="en-US" sz="1400" dirty="0">
                <a:solidFill>
                  <a:schemeClr val="tx1">
                    <a:lumMod val="75000"/>
                    <a:lumOff val="25000"/>
                  </a:schemeClr>
                </a:solidFill>
                <a:cs typeface="+mn-ea"/>
                <a:sym typeface="+mn-lt"/>
              </a:rPr>
              <a:t>请将您的内容打在这里，或者通过复制您的文本后，在此框中选择粘贴，并选择只保留文字，且尽可能精简</a:t>
            </a:r>
            <a:r>
              <a:rPr lang="en-US" altLang="zh-CN" sz="1400" dirty="0">
                <a:solidFill>
                  <a:schemeClr val="tx1">
                    <a:lumMod val="75000"/>
                    <a:lumOff val="25000"/>
                  </a:schemeClr>
                </a:solidFill>
                <a:cs typeface="+mn-ea"/>
                <a:sym typeface="+mn-lt"/>
              </a:rPr>
              <a:t>.</a:t>
            </a:r>
            <a:endParaRPr lang="en-US" altLang="zh-CN" sz="1400" dirty="0">
              <a:solidFill>
                <a:schemeClr val="tx1">
                  <a:lumMod val="75000"/>
                  <a:lumOff val="25000"/>
                </a:schemeClr>
              </a:solidFill>
              <a:cs typeface="+mn-ea"/>
              <a:sym typeface="+mn-lt"/>
            </a:endParaRPr>
          </a:p>
          <a:p>
            <a:pPr>
              <a:lnSpc>
                <a:spcPct val="150000"/>
              </a:lnSpc>
            </a:pPr>
            <a:endParaRPr lang="en-US" altLang="zh-CN" sz="1200" dirty="0">
              <a:cs typeface="+mn-ea"/>
              <a:sym typeface="+mn-lt"/>
            </a:endParaRPr>
          </a:p>
        </p:txBody>
      </p:sp>
      <p:pic>
        <p:nvPicPr>
          <p:cNvPr id="3" name="图片 2"/>
          <p:cNvPicPr>
            <a:picLocks noChangeAspect="1"/>
          </p:cNvPicPr>
          <p:nvPr/>
        </p:nvPicPr>
        <p:blipFill>
          <a:blip r:embed="rId1">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63083"/>
            <a:ext cx="4840377" cy="885151"/>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randombar(horizontal)">
                                      <p:cBhvr>
                                        <p:cTn id="1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9" name="组合 18"/>
          <p:cNvGrpSpPr/>
          <p:nvPr/>
        </p:nvGrpSpPr>
        <p:grpSpPr>
          <a:xfrm rot="10800000">
            <a:off x="-598644" y="4863839"/>
            <a:ext cx="2117288" cy="2334478"/>
            <a:chOff x="9664473" y="816338"/>
            <a:chExt cx="3185286" cy="3512032"/>
          </a:xfrm>
        </p:grpSpPr>
        <p:sp>
          <p:nvSpPr>
            <p:cNvPr id="20" name="íṧḻiḋe"/>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1" name="íş1íḍè"/>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grpSp>
      <p:grpSp>
        <p:nvGrpSpPr>
          <p:cNvPr id="22" name="组合 21"/>
          <p:cNvGrpSpPr/>
          <p:nvPr/>
        </p:nvGrpSpPr>
        <p:grpSpPr>
          <a:xfrm rot="10800000">
            <a:off x="9086997" y="-1443802"/>
            <a:ext cx="3204450" cy="4893654"/>
            <a:chOff x="-15240" y="3375944"/>
            <a:chExt cx="3204450" cy="4893654"/>
          </a:xfrm>
        </p:grpSpPr>
        <p:sp>
          <p:nvSpPr>
            <p:cNvPr id="23" name="íSliḑè"/>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5" name="íš1ïḋe"/>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31" name="iṡḻiďè"/>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pic>
        <p:nvPicPr>
          <p:cNvPr id="2" name="图片 1"/>
          <p:cNvPicPr>
            <a:picLocks noChangeAspect="1"/>
          </p:cNvPicPr>
          <p:nvPr/>
        </p:nvPicPr>
        <p:blipFill>
          <a:blip r:embed="rId2">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6649" y="82576"/>
            <a:ext cx="4840377" cy="885151"/>
          </a:xfrm>
          <a:prstGeom prst="rect">
            <a:avLst/>
          </a:prstGeom>
        </p:spPr>
      </p:pic>
      <p:grpSp>
        <p:nvGrpSpPr>
          <p:cNvPr id="13" name="组合 12"/>
          <p:cNvGrpSpPr/>
          <p:nvPr/>
        </p:nvGrpSpPr>
        <p:grpSpPr>
          <a:xfrm>
            <a:off x="1365250" y="1778635"/>
            <a:ext cx="7082155" cy="2487930"/>
            <a:chOff x="2150" y="2801"/>
            <a:chExt cx="11153" cy="3918"/>
          </a:xfrm>
        </p:grpSpPr>
        <p:sp>
          <p:nvSpPr>
            <p:cNvPr id="14" name="iṡḻiďè"/>
            <p:cNvSpPr/>
            <p:nvPr/>
          </p:nvSpPr>
          <p:spPr bwMode="auto">
            <a:xfrm rot="17590292">
              <a:off x="2495" y="3042"/>
              <a:ext cx="3604" cy="3121"/>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sz="1800">
                <a:cs typeface="+mn-ea"/>
                <a:sym typeface="+mn-lt"/>
              </a:endParaRPr>
            </a:p>
          </p:txBody>
        </p:sp>
        <p:grpSp>
          <p:nvGrpSpPr>
            <p:cNvPr id="15" name="组合 14"/>
            <p:cNvGrpSpPr/>
            <p:nvPr/>
          </p:nvGrpSpPr>
          <p:grpSpPr>
            <a:xfrm>
              <a:off x="2150" y="3602"/>
              <a:ext cx="11153" cy="3117"/>
              <a:chOff x="2150" y="3602"/>
              <a:chExt cx="11153" cy="3117"/>
            </a:xfrm>
          </p:grpSpPr>
          <p:sp>
            <p:nvSpPr>
              <p:cNvPr id="16" name="圆角矩形 15"/>
              <p:cNvSpPr/>
              <p:nvPr/>
            </p:nvSpPr>
            <p:spPr>
              <a:xfrm>
                <a:off x="7343" y="4603"/>
                <a:ext cx="5960" cy="1552"/>
              </a:xfrm>
              <a:prstGeom prst="roundRect">
                <a:avLst/>
              </a:prstGeom>
              <a:solidFill>
                <a:schemeClr val="accent1">
                  <a:lumMod val="20000"/>
                  <a:lumOff val="80000"/>
                </a:schemeClr>
              </a:solidFill>
              <a:ln>
                <a:noFill/>
              </a:ln>
              <a:effectLst>
                <a:innerShdw blurRad="63500" dist="50800" dir="189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iṡḻiďè"/>
              <p:cNvSpPr/>
              <p:nvPr/>
            </p:nvSpPr>
            <p:spPr bwMode="auto">
              <a:xfrm rot="17590292">
                <a:off x="3930" y="3810"/>
                <a:ext cx="3117" cy="2700"/>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sz="1800">
                  <a:cs typeface="+mn-ea"/>
                  <a:sym typeface="+mn-lt"/>
                </a:endParaRPr>
              </a:p>
            </p:txBody>
          </p:sp>
          <p:sp>
            <p:nvSpPr>
              <p:cNvPr id="24" name="MH_Others_1"/>
              <p:cNvSpPr txBox="1"/>
              <p:nvPr>
                <p:custDataLst>
                  <p:tags r:id="rId3"/>
                </p:custDataLst>
              </p:nvPr>
            </p:nvSpPr>
            <p:spPr>
              <a:xfrm>
                <a:off x="2150" y="4603"/>
                <a:ext cx="6229" cy="1335"/>
              </a:xfrm>
              <a:prstGeom prst="rect">
                <a:avLst/>
              </a:prstGeom>
              <a:noFill/>
            </p:spPr>
            <p:txBody>
              <a:bodyPr wrap="square" rtlCol="0">
                <a:noAutofit/>
              </a:bodyPr>
              <a:lstStyle/>
              <a:p>
                <a:pPr algn="ctr"/>
                <a:r>
                  <a:rPr lang="en-US" altLang="zh-CN" sz="4400" b="1" dirty="0">
                    <a:solidFill>
                      <a:schemeClr val="bg1"/>
                    </a:solidFill>
                    <a:effectLst>
                      <a:outerShdw blurRad="38100" dist="38100" dir="2700000" algn="tl">
                        <a:srgbClr val="000000">
                          <a:alpha val="43137"/>
                        </a:srgbClr>
                      </a:outerShdw>
                    </a:effectLst>
                    <a:cs typeface="+mn-ea"/>
                    <a:sym typeface="+mn-lt"/>
                  </a:rPr>
                  <a:t>PART 02</a:t>
                </a:r>
                <a:endParaRPr lang="zh-CN" altLang="en-US" sz="4400" b="1" dirty="0">
                  <a:solidFill>
                    <a:schemeClr val="bg1"/>
                  </a:solidFill>
                  <a:effectLst>
                    <a:outerShdw blurRad="38100" dist="38100" dir="2700000" algn="tl">
                      <a:srgbClr val="000000">
                        <a:alpha val="43137"/>
                      </a:srgbClr>
                    </a:outerShdw>
                  </a:effectLst>
                  <a:cs typeface="+mn-ea"/>
                  <a:sym typeface="+mn-lt"/>
                </a:endParaRPr>
              </a:p>
            </p:txBody>
          </p:sp>
          <p:sp>
            <p:nvSpPr>
              <p:cNvPr id="26" name="矩形 25"/>
              <p:cNvSpPr/>
              <p:nvPr/>
            </p:nvSpPr>
            <p:spPr>
              <a:xfrm>
                <a:off x="7892" y="4906"/>
                <a:ext cx="4968" cy="1016"/>
              </a:xfrm>
              <a:prstGeom prst="rect">
                <a:avLst/>
              </a:prstGeom>
            </p:spPr>
            <p:txBody>
              <a:bodyPr wrap="none">
                <a:spAutoFit/>
              </a:bodyPr>
              <a:lstStyle/>
              <a:p>
                <a:r>
                  <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rPr>
                  <a:t>工作完成情况</a:t>
                </a:r>
                <a:endPar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2"/>
          <p:cNvSpPr/>
          <p:nvPr/>
        </p:nvSpPr>
        <p:spPr>
          <a:xfrm>
            <a:off x="519659" y="2148589"/>
            <a:ext cx="2448393" cy="33577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18" name="矩形: 圆角 17"/>
          <p:cNvSpPr/>
          <p:nvPr/>
        </p:nvSpPr>
        <p:spPr>
          <a:xfrm>
            <a:off x="3421088" y="2148589"/>
            <a:ext cx="2448393" cy="335779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19" name="矩形: 圆角 18"/>
          <p:cNvSpPr/>
          <p:nvPr/>
        </p:nvSpPr>
        <p:spPr>
          <a:xfrm>
            <a:off x="6322517" y="2148589"/>
            <a:ext cx="2448393" cy="335779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20" name="矩形: 圆角 19"/>
          <p:cNvSpPr/>
          <p:nvPr/>
        </p:nvSpPr>
        <p:spPr>
          <a:xfrm>
            <a:off x="9223948" y="2148589"/>
            <a:ext cx="2448393" cy="335779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21" name="矩形 2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844" y="3326204"/>
            <a:ext cx="1762021" cy="400110"/>
          </a:xfrm>
          <a:prstGeom prst="rect">
            <a:avLst/>
          </a:prstGeom>
        </p:spPr>
        <p:txBody>
          <a:bodyPr wrap="none">
            <a:spAutoFit/>
          </a:bodyPr>
          <a:lstStyle/>
          <a:p>
            <a:pPr algn="ctr"/>
            <a:r>
              <a:rPr lang="zh-CN" altLang="en-US" sz="2000" b="1" dirty="0">
                <a:solidFill>
                  <a:schemeClr val="bg1"/>
                </a:solidFill>
                <a:cs typeface="+mn-ea"/>
                <a:sym typeface="+mn-lt"/>
              </a:rPr>
              <a:t>添加文字内容</a:t>
            </a:r>
            <a:endParaRPr lang="zh-CN" altLang="en-US" sz="2000" b="1" dirty="0">
              <a:solidFill>
                <a:schemeClr val="bg1"/>
              </a:solidFill>
              <a:cs typeface="+mn-ea"/>
              <a:sym typeface="+mn-lt"/>
            </a:endParaRPr>
          </a:p>
        </p:txBody>
      </p:sp>
      <p:sp>
        <p:nvSpPr>
          <p:cNvPr id="22" name="文本框 2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p:nvPr/>
        </p:nvSpPr>
        <p:spPr>
          <a:xfrm>
            <a:off x="605589" y="3777609"/>
            <a:ext cx="2276532" cy="138366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您的内容打在这里，或者通过复制您的文本后，在此框中选择粘贴，并选择只保留文字。</a:t>
            </a:r>
            <a:endParaRPr lang="zh-CN" altLang="en-US" sz="1400" dirty="0">
              <a:solidFill>
                <a:schemeClr val="bg1"/>
              </a:solidFill>
              <a:cs typeface="+mn-ea"/>
              <a:sym typeface="+mn-lt"/>
            </a:endParaRPr>
          </a:p>
        </p:txBody>
      </p:sp>
      <p:sp>
        <p:nvSpPr>
          <p:cNvPr id="23" name="矩形 2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3764273" y="3326204"/>
            <a:ext cx="1762021" cy="400110"/>
          </a:xfrm>
          <a:prstGeom prst="rect">
            <a:avLst/>
          </a:prstGeom>
        </p:spPr>
        <p:txBody>
          <a:bodyPr wrap="none">
            <a:spAutoFit/>
          </a:bodyPr>
          <a:lstStyle/>
          <a:p>
            <a:pPr algn="ctr"/>
            <a:r>
              <a:rPr lang="zh-CN" altLang="en-US" sz="2000" b="1" dirty="0">
                <a:solidFill>
                  <a:schemeClr val="bg1"/>
                </a:solidFill>
                <a:cs typeface="+mn-ea"/>
                <a:sym typeface="+mn-lt"/>
              </a:rPr>
              <a:t>添加文字内容</a:t>
            </a:r>
            <a:endParaRPr lang="zh-CN" altLang="en-US" sz="2000" b="1" dirty="0">
              <a:solidFill>
                <a:schemeClr val="bg1"/>
              </a:solidFill>
              <a:cs typeface="+mn-ea"/>
              <a:sym typeface="+mn-lt"/>
            </a:endParaRPr>
          </a:p>
        </p:txBody>
      </p:sp>
      <p:sp>
        <p:nvSpPr>
          <p:cNvPr id="24" name="文本框 2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p:nvPr/>
        </p:nvSpPr>
        <p:spPr>
          <a:xfrm>
            <a:off x="3507019" y="3777609"/>
            <a:ext cx="2276532" cy="138366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您的内容打在这里，或者通过复制您的文本后，在此框中选择粘贴，并选择只保留文字。</a:t>
            </a:r>
            <a:endParaRPr lang="zh-CN" altLang="en-US" sz="1400" dirty="0">
              <a:solidFill>
                <a:schemeClr val="bg1"/>
              </a:solidFill>
              <a:cs typeface="+mn-ea"/>
              <a:sym typeface="+mn-lt"/>
            </a:endParaRPr>
          </a:p>
        </p:txBody>
      </p:sp>
      <p:sp>
        <p:nvSpPr>
          <p:cNvPr id="25" name="矩形 2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665702" y="3350631"/>
            <a:ext cx="1762021" cy="400110"/>
          </a:xfrm>
          <a:prstGeom prst="rect">
            <a:avLst/>
          </a:prstGeom>
        </p:spPr>
        <p:txBody>
          <a:bodyPr wrap="none">
            <a:spAutoFit/>
          </a:bodyPr>
          <a:lstStyle/>
          <a:p>
            <a:pPr algn="ctr"/>
            <a:r>
              <a:rPr lang="zh-CN" altLang="en-US" sz="2000" b="1" dirty="0">
                <a:solidFill>
                  <a:schemeClr val="bg1"/>
                </a:solidFill>
                <a:cs typeface="+mn-ea"/>
                <a:sym typeface="+mn-lt"/>
              </a:rPr>
              <a:t>添加文字内容</a:t>
            </a:r>
            <a:endParaRPr lang="zh-CN" altLang="en-US" sz="2000" b="1" dirty="0">
              <a:solidFill>
                <a:schemeClr val="bg1"/>
              </a:solidFill>
              <a:cs typeface="+mn-ea"/>
              <a:sym typeface="+mn-lt"/>
            </a:endParaRPr>
          </a:p>
        </p:txBody>
      </p:sp>
      <p:sp>
        <p:nvSpPr>
          <p:cNvPr id="26" name="文本框 2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p:nvPr/>
        </p:nvSpPr>
        <p:spPr>
          <a:xfrm>
            <a:off x="6408448" y="3802036"/>
            <a:ext cx="2276532" cy="138366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您的内容打在这里，或者通过复制您的文本后，在此框中选择粘贴，并选择只保留文字。</a:t>
            </a:r>
            <a:endParaRPr lang="zh-CN" altLang="en-US" sz="1400" dirty="0">
              <a:solidFill>
                <a:schemeClr val="bg1"/>
              </a:solidFill>
              <a:cs typeface="+mn-ea"/>
              <a:sym typeface="+mn-lt"/>
            </a:endParaRPr>
          </a:p>
        </p:txBody>
      </p:sp>
      <p:sp>
        <p:nvSpPr>
          <p:cNvPr id="27" name="矩形 26"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9567133" y="3350631"/>
            <a:ext cx="1762021" cy="400110"/>
          </a:xfrm>
          <a:prstGeom prst="rect">
            <a:avLst/>
          </a:prstGeom>
        </p:spPr>
        <p:txBody>
          <a:bodyPr wrap="none">
            <a:spAutoFit/>
          </a:bodyPr>
          <a:lstStyle/>
          <a:p>
            <a:pPr algn="ctr"/>
            <a:r>
              <a:rPr lang="zh-CN" altLang="en-US" sz="2000" b="1" dirty="0">
                <a:solidFill>
                  <a:schemeClr val="bg1"/>
                </a:solidFill>
                <a:cs typeface="+mn-ea"/>
                <a:sym typeface="+mn-lt"/>
              </a:rPr>
              <a:t>添加文字内容</a:t>
            </a:r>
            <a:endParaRPr lang="zh-CN" altLang="en-US" sz="2000" b="1" dirty="0">
              <a:solidFill>
                <a:schemeClr val="bg1"/>
              </a:solidFill>
              <a:cs typeface="+mn-ea"/>
              <a:sym typeface="+mn-lt"/>
            </a:endParaRPr>
          </a:p>
        </p:txBody>
      </p:sp>
      <p:sp>
        <p:nvSpPr>
          <p:cNvPr id="28" name="文本框 27"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p:nvPr/>
        </p:nvSpPr>
        <p:spPr>
          <a:xfrm>
            <a:off x="9309879" y="3802036"/>
            <a:ext cx="2276532" cy="138366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您的内容打在这里，或者通过复制您的文本后，在此框中选择粘贴，并选择只保留文字。</a:t>
            </a:r>
            <a:endParaRPr lang="zh-CN" altLang="en-US" sz="1400" dirty="0">
              <a:solidFill>
                <a:schemeClr val="bg1"/>
              </a:solidFill>
              <a:cs typeface="+mn-ea"/>
              <a:sym typeface="+mn-lt"/>
            </a:endParaRPr>
          </a:p>
        </p:txBody>
      </p:sp>
      <p:sp>
        <p:nvSpPr>
          <p:cNvPr id="29" name="AutoShape 59"/>
          <p:cNvSpPr/>
          <p:nvPr/>
        </p:nvSpPr>
        <p:spPr bwMode="auto">
          <a:xfrm>
            <a:off x="10125511" y="2611201"/>
            <a:ext cx="645268" cy="642427"/>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grpSp>
        <p:nvGrpSpPr>
          <p:cNvPr id="30" name="Group 112"/>
          <p:cNvGrpSpPr/>
          <p:nvPr/>
        </p:nvGrpSpPr>
        <p:grpSpPr>
          <a:xfrm>
            <a:off x="7224601" y="2630641"/>
            <a:ext cx="644224" cy="603548"/>
            <a:chOff x="5368132" y="3540125"/>
            <a:chExt cx="465138" cy="435769"/>
          </a:xfrm>
          <a:solidFill>
            <a:schemeClr val="bg1"/>
          </a:solidFill>
        </p:grpSpPr>
        <p:sp>
          <p:nvSpPr>
            <p:cNvPr id="31"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sp>
          <p:nvSpPr>
            <p:cNvPr id="32"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grpSp>
      <p:sp>
        <p:nvSpPr>
          <p:cNvPr id="33" name="AutoShape 112"/>
          <p:cNvSpPr/>
          <p:nvPr/>
        </p:nvSpPr>
        <p:spPr bwMode="auto">
          <a:xfrm>
            <a:off x="4322649" y="2611201"/>
            <a:ext cx="645271" cy="642427"/>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grpSp>
        <p:nvGrpSpPr>
          <p:cNvPr id="34" name="组合 33"/>
          <p:cNvGrpSpPr/>
          <p:nvPr/>
        </p:nvGrpSpPr>
        <p:grpSpPr>
          <a:xfrm>
            <a:off x="1522884" y="2610303"/>
            <a:ext cx="441943" cy="644224"/>
            <a:chOff x="2528974" y="2863357"/>
            <a:chExt cx="246811" cy="359779"/>
          </a:xfrm>
          <a:solidFill>
            <a:schemeClr val="bg1"/>
          </a:solidFill>
        </p:grpSpPr>
        <p:sp>
          <p:nvSpPr>
            <p:cNvPr id="35"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sp>
          <p:nvSpPr>
            <p:cNvPr id="36"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25400" tIns="25400" rIns="25400" bIns="2540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2000" b="0" i="0" u="none" strike="noStrike" kern="0" cap="none" spc="0" normalizeH="0" baseline="0" noProof="0" dirty="0">
                <a:ln>
                  <a:noFill/>
                </a:ln>
                <a:solidFill>
                  <a:srgbClr val="FFFFFF"/>
                </a:solidFill>
                <a:effectLst>
                  <a:outerShdw blurRad="38100" dist="38100" dir="2700000" algn="tl">
                    <a:srgbClr val="000000"/>
                  </a:outerShdw>
                </a:effectLst>
                <a:uLnTx/>
                <a:uFillTx/>
                <a:cs typeface="+mn-ea"/>
                <a:sym typeface="+mn-lt"/>
              </a:endParaRPr>
            </a:p>
          </p:txBody>
        </p:sp>
      </p:grpSp>
      <p:pic>
        <p:nvPicPr>
          <p:cNvPr id="2" name="图片 1"/>
          <p:cNvPicPr>
            <a:picLocks noChangeAspect="1"/>
          </p:cNvPicPr>
          <p:nvPr/>
        </p:nvPicPr>
        <p:blipFill>
          <a:blip r:embed="rId1">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63083"/>
            <a:ext cx="4840377" cy="885151"/>
          </a:xfrm>
          <a:prstGeom prst="rect">
            <a:avLst/>
          </a:prstGeom>
        </p:spPr>
      </p:pic>
      <p:sp>
        <p:nvSpPr>
          <p:cNvPr id="3" name="矩形 2"/>
          <p:cNvSpPr/>
          <p:nvPr/>
        </p:nvSpPr>
        <p:spPr>
          <a:xfrm>
            <a:off x="1010013" y="6007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endParaRPr lang="zh-CN" altLang="en-US" sz="2000" spc="300" dirty="0">
              <a:solidFill>
                <a:schemeClr val="tx2"/>
              </a:solidFill>
              <a:cs typeface="+mn-ea"/>
              <a:sym typeface="+mn-lt"/>
            </a:endParaRPr>
          </a:p>
        </p:txBody>
      </p:sp>
      <p:grpSp>
        <p:nvGrpSpPr>
          <p:cNvPr id="4" name="组合 3"/>
          <p:cNvGrpSpPr/>
          <p:nvPr/>
        </p:nvGrpSpPr>
        <p:grpSpPr>
          <a:xfrm rot="10800000">
            <a:off x="0" y="304408"/>
            <a:ext cx="1010103" cy="857396"/>
            <a:chOff x="-39567" y="0"/>
            <a:chExt cx="1677745" cy="1424104"/>
          </a:xfrm>
        </p:grpSpPr>
        <p:sp>
          <p:nvSpPr>
            <p:cNvPr id="5" name="iṡḻiďè"/>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6" name="iṡḻiďè"/>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animEffect transition="in" filter="fade">
                                      <p:cBhvr>
                                        <p:cTn id="19" dur="500"/>
                                        <p:tgtEl>
                                          <p:spTgt spid="1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Effect transition="in" filter="fade">
                                      <p:cBhvr>
                                        <p:cTn id="24" dur="500"/>
                                        <p:tgtEl>
                                          <p:spTgt spid="2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p:cTn id="32" dur="500" fill="hold"/>
                                        <p:tgtEl>
                                          <p:spTgt spid="22"/>
                                        </p:tgtEl>
                                        <p:attrNameLst>
                                          <p:attrName>ppt_w</p:attrName>
                                        </p:attrNameLst>
                                      </p:cBhvr>
                                      <p:tavLst>
                                        <p:tav tm="0">
                                          <p:val>
                                            <p:fltVal val="0"/>
                                          </p:val>
                                        </p:tav>
                                        <p:tav tm="100000">
                                          <p:val>
                                            <p:strVal val="#ppt_w"/>
                                          </p:val>
                                        </p:tav>
                                      </p:tavLst>
                                    </p:anim>
                                    <p:anim calcmode="lin" valueType="num">
                                      <p:cBhvr>
                                        <p:cTn id="33" dur="500" fill="hold"/>
                                        <p:tgtEl>
                                          <p:spTgt spid="22"/>
                                        </p:tgtEl>
                                        <p:attrNameLst>
                                          <p:attrName>ppt_h</p:attrName>
                                        </p:attrNameLst>
                                      </p:cBhvr>
                                      <p:tavLst>
                                        <p:tav tm="0">
                                          <p:val>
                                            <p:fltVal val="0"/>
                                          </p:val>
                                        </p:tav>
                                        <p:tav tm="100000">
                                          <p:val>
                                            <p:strVal val="#ppt_h"/>
                                          </p:val>
                                        </p:tav>
                                      </p:tavLst>
                                    </p:anim>
                                    <p:animEffect transition="in" filter="fade">
                                      <p:cBhvr>
                                        <p:cTn id="34" dur="500"/>
                                        <p:tgtEl>
                                          <p:spTgt spid="22"/>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500" fill="hold"/>
                                        <p:tgtEl>
                                          <p:spTgt spid="23"/>
                                        </p:tgtEl>
                                        <p:attrNameLst>
                                          <p:attrName>ppt_w</p:attrName>
                                        </p:attrNameLst>
                                      </p:cBhvr>
                                      <p:tavLst>
                                        <p:tav tm="0">
                                          <p:val>
                                            <p:fltVal val="0"/>
                                          </p:val>
                                        </p:tav>
                                        <p:tav tm="100000">
                                          <p:val>
                                            <p:strVal val="#ppt_w"/>
                                          </p:val>
                                        </p:tav>
                                      </p:tavLst>
                                    </p:anim>
                                    <p:anim calcmode="lin" valueType="num">
                                      <p:cBhvr>
                                        <p:cTn id="38" dur="500" fill="hold"/>
                                        <p:tgtEl>
                                          <p:spTgt spid="23"/>
                                        </p:tgtEl>
                                        <p:attrNameLst>
                                          <p:attrName>ppt_h</p:attrName>
                                        </p:attrNameLst>
                                      </p:cBhvr>
                                      <p:tavLst>
                                        <p:tav tm="0">
                                          <p:val>
                                            <p:fltVal val="0"/>
                                          </p:val>
                                        </p:tav>
                                        <p:tav tm="100000">
                                          <p:val>
                                            <p:strVal val="#ppt_h"/>
                                          </p:val>
                                        </p:tav>
                                      </p:tavLst>
                                    </p:anim>
                                    <p:animEffect transition="in" filter="fade">
                                      <p:cBhvr>
                                        <p:cTn id="39" dur="500"/>
                                        <p:tgtEl>
                                          <p:spTgt spid="23"/>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p:cTn id="42" dur="500" fill="hold"/>
                                        <p:tgtEl>
                                          <p:spTgt spid="24"/>
                                        </p:tgtEl>
                                        <p:attrNameLst>
                                          <p:attrName>ppt_w</p:attrName>
                                        </p:attrNameLst>
                                      </p:cBhvr>
                                      <p:tavLst>
                                        <p:tav tm="0">
                                          <p:val>
                                            <p:fltVal val="0"/>
                                          </p:val>
                                        </p:tav>
                                        <p:tav tm="100000">
                                          <p:val>
                                            <p:strVal val="#ppt_w"/>
                                          </p:val>
                                        </p:tav>
                                      </p:tavLst>
                                    </p:anim>
                                    <p:anim calcmode="lin" valueType="num">
                                      <p:cBhvr>
                                        <p:cTn id="43" dur="500" fill="hold"/>
                                        <p:tgtEl>
                                          <p:spTgt spid="24"/>
                                        </p:tgtEl>
                                        <p:attrNameLst>
                                          <p:attrName>ppt_h</p:attrName>
                                        </p:attrNameLst>
                                      </p:cBhvr>
                                      <p:tavLst>
                                        <p:tav tm="0">
                                          <p:val>
                                            <p:fltVal val="0"/>
                                          </p:val>
                                        </p:tav>
                                        <p:tav tm="100000">
                                          <p:val>
                                            <p:strVal val="#ppt_h"/>
                                          </p:val>
                                        </p:tav>
                                      </p:tavLst>
                                    </p:anim>
                                    <p:animEffect transition="in" filter="fade">
                                      <p:cBhvr>
                                        <p:cTn id="44" dur="500"/>
                                        <p:tgtEl>
                                          <p:spTgt spid="24"/>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00" fill="hold"/>
                                        <p:tgtEl>
                                          <p:spTgt spid="25"/>
                                        </p:tgtEl>
                                        <p:attrNameLst>
                                          <p:attrName>ppt_w</p:attrName>
                                        </p:attrNameLst>
                                      </p:cBhvr>
                                      <p:tavLst>
                                        <p:tav tm="0">
                                          <p:val>
                                            <p:fltVal val="0"/>
                                          </p:val>
                                        </p:tav>
                                        <p:tav tm="100000">
                                          <p:val>
                                            <p:strVal val="#ppt_w"/>
                                          </p:val>
                                        </p:tav>
                                      </p:tavLst>
                                    </p:anim>
                                    <p:anim calcmode="lin" valueType="num">
                                      <p:cBhvr>
                                        <p:cTn id="48" dur="500" fill="hold"/>
                                        <p:tgtEl>
                                          <p:spTgt spid="25"/>
                                        </p:tgtEl>
                                        <p:attrNameLst>
                                          <p:attrName>ppt_h</p:attrName>
                                        </p:attrNameLst>
                                      </p:cBhvr>
                                      <p:tavLst>
                                        <p:tav tm="0">
                                          <p:val>
                                            <p:fltVal val="0"/>
                                          </p:val>
                                        </p:tav>
                                        <p:tav tm="100000">
                                          <p:val>
                                            <p:strVal val="#ppt_h"/>
                                          </p:val>
                                        </p:tav>
                                      </p:tavLst>
                                    </p:anim>
                                    <p:animEffect transition="in" filter="fade">
                                      <p:cBhvr>
                                        <p:cTn id="49" dur="500"/>
                                        <p:tgtEl>
                                          <p:spTgt spid="25"/>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p:cTn id="52" dur="500" fill="hold"/>
                                        <p:tgtEl>
                                          <p:spTgt spid="26"/>
                                        </p:tgtEl>
                                        <p:attrNameLst>
                                          <p:attrName>ppt_w</p:attrName>
                                        </p:attrNameLst>
                                      </p:cBhvr>
                                      <p:tavLst>
                                        <p:tav tm="0">
                                          <p:val>
                                            <p:fltVal val="0"/>
                                          </p:val>
                                        </p:tav>
                                        <p:tav tm="100000">
                                          <p:val>
                                            <p:strVal val="#ppt_w"/>
                                          </p:val>
                                        </p:tav>
                                      </p:tavLst>
                                    </p:anim>
                                    <p:anim calcmode="lin" valueType="num">
                                      <p:cBhvr>
                                        <p:cTn id="53" dur="500" fill="hold"/>
                                        <p:tgtEl>
                                          <p:spTgt spid="26"/>
                                        </p:tgtEl>
                                        <p:attrNameLst>
                                          <p:attrName>ppt_h</p:attrName>
                                        </p:attrNameLst>
                                      </p:cBhvr>
                                      <p:tavLst>
                                        <p:tav tm="0">
                                          <p:val>
                                            <p:fltVal val="0"/>
                                          </p:val>
                                        </p:tav>
                                        <p:tav tm="100000">
                                          <p:val>
                                            <p:strVal val="#ppt_h"/>
                                          </p:val>
                                        </p:tav>
                                      </p:tavLst>
                                    </p:anim>
                                    <p:animEffect transition="in" filter="fade">
                                      <p:cBhvr>
                                        <p:cTn id="54" dur="500"/>
                                        <p:tgtEl>
                                          <p:spTgt spid="26"/>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 calcmode="lin" valueType="num">
                                      <p:cBhvr>
                                        <p:cTn id="57" dur="500" fill="hold"/>
                                        <p:tgtEl>
                                          <p:spTgt spid="27"/>
                                        </p:tgtEl>
                                        <p:attrNameLst>
                                          <p:attrName>ppt_w</p:attrName>
                                        </p:attrNameLst>
                                      </p:cBhvr>
                                      <p:tavLst>
                                        <p:tav tm="0">
                                          <p:val>
                                            <p:fltVal val="0"/>
                                          </p:val>
                                        </p:tav>
                                        <p:tav tm="100000">
                                          <p:val>
                                            <p:strVal val="#ppt_w"/>
                                          </p:val>
                                        </p:tav>
                                      </p:tavLst>
                                    </p:anim>
                                    <p:anim calcmode="lin" valueType="num">
                                      <p:cBhvr>
                                        <p:cTn id="58" dur="500" fill="hold"/>
                                        <p:tgtEl>
                                          <p:spTgt spid="27"/>
                                        </p:tgtEl>
                                        <p:attrNameLst>
                                          <p:attrName>ppt_h</p:attrName>
                                        </p:attrNameLst>
                                      </p:cBhvr>
                                      <p:tavLst>
                                        <p:tav tm="0">
                                          <p:val>
                                            <p:fltVal val="0"/>
                                          </p:val>
                                        </p:tav>
                                        <p:tav tm="100000">
                                          <p:val>
                                            <p:strVal val="#ppt_h"/>
                                          </p:val>
                                        </p:tav>
                                      </p:tavLst>
                                    </p:anim>
                                    <p:animEffect transition="in" filter="fade">
                                      <p:cBhvr>
                                        <p:cTn id="59" dur="500"/>
                                        <p:tgtEl>
                                          <p:spTgt spid="27"/>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 calcmode="lin" valueType="num">
                                      <p:cBhvr>
                                        <p:cTn id="62" dur="500" fill="hold"/>
                                        <p:tgtEl>
                                          <p:spTgt spid="28"/>
                                        </p:tgtEl>
                                        <p:attrNameLst>
                                          <p:attrName>ppt_w</p:attrName>
                                        </p:attrNameLst>
                                      </p:cBhvr>
                                      <p:tavLst>
                                        <p:tav tm="0">
                                          <p:val>
                                            <p:fltVal val="0"/>
                                          </p:val>
                                        </p:tav>
                                        <p:tav tm="100000">
                                          <p:val>
                                            <p:strVal val="#ppt_w"/>
                                          </p:val>
                                        </p:tav>
                                      </p:tavLst>
                                    </p:anim>
                                    <p:anim calcmode="lin" valueType="num">
                                      <p:cBhvr>
                                        <p:cTn id="63" dur="500" fill="hold"/>
                                        <p:tgtEl>
                                          <p:spTgt spid="28"/>
                                        </p:tgtEl>
                                        <p:attrNameLst>
                                          <p:attrName>ppt_h</p:attrName>
                                        </p:attrNameLst>
                                      </p:cBhvr>
                                      <p:tavLst>
                                        <p:tav tm="0">
                                          <p:val>
                                            <p:fltVal val="0"/>
                                          </p:val>
                                        </p:tav>
                                        <p:tav tm="100000">
                                          <p:val>
                                            <p:strVal val="#ppt_h"/>
                                          </p:val>
                                        </p:tav>
                                      </p:tavLst>
                                    </p:anim>
                                    <p:animEffect transition="in" filter="fade">
                                      <p:cBhvr>
                                        <p:cTn id="64" dur="500"/>
                                        <p:tgtEl>
                                          <p:spTgt spid="28"/>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 calcmode="lin" valueType="num">
                                      <p:cBhvr>
                                        <p:cTn id="67" dur="500" fill="hold"/>
                                        <p:tgtEl>
                                          <p:spTgt spid="29"/>
                                        </p:tgtEl>
                                        <p:attrNameLst>
                                          <p:attrName>ppt_w</p:attrName>
                                        </p:attrNameLst>
                                      </p:cBhvr>
                                      <p:tavLst>
                                        <p:tav tm="0">
                                          <p:val>
                                            <p:fltVal val="0"/>
                                          </p:val>
                                        </p:tav>
                                        <p:tav tm="100000">
                                          <p:val>
                                            <p:strVal val="#ppt_w"/>
                                          </p:val>
                                        </p:tav>
                                      </p:tavLst>
                                    </p:anim>
                                    <p:anim calcmode="lin" valueType="num">
                                      <p:cBhvr>
                                        <p:cTn id="68" dur="500" fill="hold"/>
                                        <p:tgtEl>
                                          <p:spTgt spid="29"/>
                                        </p:tgtEl>
                                        <p:attrNameLst>
                                          <p:attrName>ppt_h</p:attrName>
                                        </p:attrNameLst>
                                      </p:cBhvr>
                                      <p:tavLst>
                                        <p:tav tm="0">
                                          <p:val>
                                            <p:fltVal val="0"/>
                                          </p:val>
                                        </p:tav>
                                        <p:tav tm="100000">
                                          <p:val>
                                            <p:strVal val="#ppt_h"/>
                                          </p:val>
                                        </p:tav>
                                      </p:tavLst>
                                    </p:anim>
                                    <p:animEffect transition="in" filter="fade">
                                      <p:cBhvr>
                                        <p:cTn id="69" dur="500"/>
                                        <p:tgtEl>
                                          <p:spTgt spid="29"/>
                                        </p:tgtEl>
                                      </p:cBhvr>
                                    </p:animEffect>
                                  </p:childTnLst>
                                </p:cTn>
                              </p:par>
                              <p:par>
                                <p:cTn id="70" presetID="53" presetClass="entr" presetSubtype="16"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 calcmode="lin" valueType="num">
                                      <p:cBhvr>
                                        <p:cTn id="72" dur="500" fill="hold"/>
                                        <p:tgtEl>
                                          <p:spTgt spid="30"/>
                                        </p:tgtEl>
                                        <p:attrNameLst>
                                          <p:attrName>ppt_w</p:attrName>
                                        </p:attrNameLst>
                                      </p:cBhvr>
                                      <p:tavLst>
                                        <p:tav tm="0">
                                          <p:val>
                                            <p:fltVal val="0"/>
                                          </p:val>
                                        </p:tav>
                                        <p:tav tm="100000">
                                          <p:val>
                                            <p:strVal val="#ppt_w"/>
                                          </p:val>
                                        </p:tav>
                                      </p:tavLst>
                                    </p:anim>
                                    <p:anim calcmode="lin" valueType="num">
                                      <p:cBhvr>
                                        <p:cTn id="73" dur="500" fill="hold"/>
                                        <p:tgtEl>
                                          <p:spTgt spid="30"/>
                                        </p:tgtEl>
                                        <p:attrNameLst>
                                          <p:attrName>ppt_h</p:attrName>
                                        </p:attrNameLst>
                                      </p:cBhvr>
                                      <p:tavLst>
                                        <p:tav tm="0">
                                          <p:val>
                                            <p:fltVal val="0"/>
                                          </p:val>
                                        </p:tav>
                                        <p:tav tm="100000">
                                          <p:val>
                                            <p:strVal val="#ppt_h"/>
                                          </p:val>
                                        </p:tav>
                                      </p:tavLst>
                                    </p:anim>
                                    <p:animEffect transition="in" filter="fade">
                                      <p:cBhvr>
                                        <p:cTn id="74" dur="500"/>
                                        <p:tgtEl>
                                          <p:spTgt spid="3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p:cTn id="77" dur="500" fill="hold"/>
                                        <p:tgtEl>
                                          <p:spTgt spid="33"/>
                                        </p:tgtEl>
                                        <p:attrNameLst>
                                          <p:attrName>ppt_w</p:attrName>
                                        </p:attrNameLst>
                                      </p:cBhvr>
                                      <p:tavLst>
                                        <p:tav tm="0">
                                          <p:val>
                                            <p:fltVal val="0"/>
                                          </p:val>
                                        </p:tav>
                                        <p:tav tm="100000">
                                          <p:val>
                                            <p:strVal val="#ppt_w"/>
                                          </p:val>
                                        </p:tav>
                                      </p:tavLst>
                                    </p:anim>
                                    <p:anim calcmode="lin" valueType="num">
                                      <p:cBhvr>
                                        <p:cTn id="78" dur="500" fill="hold"/>
                                        <p:tgtEl>
                                          <p:spTgt spid="33"/>
                                        </p:tgtEl>
                                        <p:attrNameLst>
                                          <p:attrName>ppt_h</p:attrName>
                                        </p:attrNameLst>
                                      </p:cBhvr>
                                      <p:tavLst>
                                        <p:tav tm="0">
                                          <p:val>
                                            <p:fltVal val="0"/>
                                          </p:val>
                                        </p:tav>
                                        <p:tav tm="100000">
                                          <p:val>
                                            <p:strVal val="#ppt_h"/>
                                          </p:val>
                                        </p:tav>
                                      </p:tavLst>
                                    </p:anim>
                                    <p:animEffect transition="in" filter="fade">
                                      <p:cBhvr>
                                        <p:cTn id="79" dur="500"/>
                                        <p:tgtEl>
                                          <p:spTgt spid="33"/>
                                        </p:tgtEl>
                                      </p:cBhvr>
                                    </p:animEffect>
                                  </p:childTnLst>
                                </p:cTn>
                              </p:par>
                              <p:par>
                                <p:cTn id="80" presetID="53" presetClass="entr" presetSubtype="16" fill="hold" nodeType="withEffect">
                                  <p:stCondLst>
                                    <p:cond delay="0"/>
                                  </p:stCondLst>
                                  <p:childTnLst>
                                    <p:set>
                                      <p:cBhvr>
                                        <p:cTn id="81" dur="1" fill="hold">
                                          <p:stCondLst>
                                            <p:cond delay="0"/>
                                          </p:stCondLst>
                                        </p:cTn>
                                        <p:tgtEl>
                                          <p:spTgt spid="34"/>
                                        </p:tgtEl>
                                        <p:attrNameLst>
                                          <p:attrName>style.visibility</p:attrName>
                                        </p:attrNameLst>
                                      </p:cBhvr>
                                      <p:to>
                                        <p:strVal val="visible"/>
                                      </p:to>
                                    </p:set>
                                    <p:anim calcmode="lin" valueType="num">
                                      <p:cBhvr>
                                        <p:cTn id="82" dur="500" fill="hold"/>
                                        <p:tgtEl>
                                          <p:spTgt spid="34"/>
                                        </p:tgtEl>
                                        <p:attrNameLst>
                                          <p:attrName>ppt_w</p:attrName>
                                        </p:attrNameLst>
                                      </p:cBhvr>
                                      <p:tavLst>
                                        <p:tav tm="0">
                                          <p:val>
                                            <p:fltVal val="0"/>
                                          </p:val>
                                        </p:tav>
                                        <p:tav tm="100000">
                                          <p:val>
                                            <p:strVal val="#ppt_w"/>
                                          </p:val>
                                        </p:tav>
                                      </p:tavLst>
                                    </p:anim>
                                    <p:anim calcmode="lin" valueType="num">
                                      <p:cBhvr>
                                        <p:cTn id="83" dur="500" fill="hold"/>
                                        <p:tgtEl>
                                          <p:spTgt spid="34"/>
                                        </p:tgtEl>
                                        <p:attrNameLst>
                                          <p:attrName>ppt_h</p:attrName>
                                        </p:attrNameLst>
                                      </p:cBhvr>
                                      <p:tavLst>
                                        <p:tav tm="0">
                                          <p:val>
                                            <p:fltVal val="0"/>
                                          </p:val>
                                        </p:tav>
                                        <p:tav tm="100000">
                                          <p:val>
                                            <p:strVal val="#ppt_h"/>
                                          </p:val>
                                        </p:tav>
                                      </p:tavLst>
                                    </p:anim>
                                    <p:animEffect transition="in" filter="fade">
                                      <p:cBhvr>
                                        <p:cTn id="8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animBg="1"/>
      <p:bldP spid="19" grpId="1" animBg="1"/>
      <p:bldP spid="20" grpId="0" animBg="1"/>
      <p:bldP spid="20" grpId="1" animBg="1"/>
      <p:bldP spid="21" grpId="0"/>
      <p:bldP spid="21" grpId="1"/>
      <p:bldP spid="22" grpId="0"/>
      <p:bldP spid="22" grpId="1"/>
      <p:bldP spid="23" grpId="0"/>
      <p:bldP spid="23" grpId="1"/>
      <p:bldP spid="24" grpId="0"/>
      <p:bldP spid="24" grpId="1"/>
      <p:bldP spid="25" grpId="0"/>
      <p:bldP spid="25" grpId="1"/>
      <p:bldP spid="26" grpId="0"/>
      <p:bldP spid="26" grpId="1"/>
      <p:bldP spid="27" grpId="0"/>
      <p:bldP spid="27" grpId="1"/>
      <p:bldP spid="28" grpId="0"/>
      <p:bldP spid="28" grpId="1"/>
      <p:bldP spid="29" grpId="0" animBg="1"/>
      <p:bldP spid="29" grpId="1" animBg="1"/>
      <p:bldP spid="33" grpId="0" animBg="1"/>
      <p:bldP spid="33"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BackShape"/>
          <p:cNvSpPr/>
          <p:nvPr>
            <p:custDataLst>
              <p:tags r:id="rId1"/>
            </p:custDataLst>
          </p:nvPr>
        </p:nvSpPr>
        <p:spPr>
          <a:xfrm>
            <a:off x="1493606" y="1892993"/>
            <a:ext cx="1780909" cy="178091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27" name="ValueShape"/>
          <p:cNvSpPr/>
          <p:nvPr>
            <p:custDataLst>
              <p:tags r:id="rId2"/>
            </p:custDataLst>
          </p:nvPr>
        </p:nvSpPr>
        <p:spPr>
          <a:xfrm>
            <a:off x="1455178" y="1828801"/>
            <a:ext cx="1909294" cy="1909294"/>
          </a:xfrm>
          <a:prstGeom prst="pie">
            <a:avLst>
              <a:gd name="adj1" fmla="val 16200000"/>
              <a:gd name="adj2" fmla="val 777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28" name="ValueBack"/>
          <p:cNvSpPr/>
          <p:nvPr>
            <p:custDataLst>
              <p:tags r:id="rId3"/>
            </p:custDataLst>
          </p:nvPr>
        </p:nvSpPr>
        <p:spPr>
          <a:xfrm>
            <a:off x="1794988" y="2197807"/>
            <a:ext cx="1171282" cy="1171282"/>
          </a:xfrm>
          <a:prstGeom prst="ellipse">
            <a:avLst/>
          </a:prstGeom>
          <a:solidFill>
            <a:schemeClr val="bg1"/>
          </a:solidFill>
          <a:ln w="127000">
            <a:solidFill>
              <a:schemeClr val="accent1">
                <a:lumMod val="40000"/>
                <a:lumOff val="60000"/>
                <a:alpha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cxnSp>
        <p:nvCxnSpPr>
          <p:cNvPr id="34" name="LineShape"/>
          <p:cNvCxnSpPr/>
          <p:nvPr>
            <p:custDataLst>
              <p:tags r:id="rId4"/>
            </p:custDataLst>
          </p:nvPr>
        </p:nvCxnSpPr>
        <p:spPr>
          <a:xfrm flipH="1">
            <a:off x="1574050" y="3923966"/>
            <a:ext cx="1671551" cy="0"/>
          </a:xfrm>
          <a:prstGeom prst="straightConnector1">
            <a:avLst/>
          </a:prstGeom>
          <a:noFill/>
          <a:ln w="12700" cap="flat" cmpd="sng">
            <a:solidFill>
              <a:srgbClr val="D8D8D8"/>
            </a:solidFill>
            <a:prstDash val="solid"/>
            <a:miter/>
            <a:headEnd type="none" w="med" len="med"/>
            <a:tailEnd type="none" w="med" len="med"/>
          </a:ln>
        </p:spPr>
      </p:cxnSp>
      <p:sp>
        <p:nvSpPr>
          <p:cNvPr id="35" name="BackShape"/>
          <p:cNvSpPr/>
          <p:nvPr>
            <p:custDataLst>
              <p:tags r:id="rId5"/>
            </p:custDataLst>
          </p:nvPr>
        </p:nvSpPr>
        <p:spPr>
          <a:xfrm>
            <a:off x="3951056" y="1892993"/>
            <a:ext cx="1780909" cy="178091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36" name="ValueShape"/>
          <p:cNvSpPr/>
          <p:nvPr>
            <p:custDataLst>
              <p:tags r:id="rId6"/>
            </p:custDataLst>
          </p:nvPr>
        </p:nvSpPr>
        <p:spPr>
          <a:xfrm>
            <a:off x="3912628" y="1828801"/>
            <a:ext cx="1909294" cy="1909294"/>
          </a:xfrm>
          <a:prstGeom prst="pie">
            <a:avLst>
              <a:gd name="adj1" fmla="val 16200000"/>
              <a:gd name="adj2" fmla="val 367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37" name="ValueBack"/>
          <p:cNvSpPr/>
          <p:nvPr>
            <p:custDataLst>
              <p:tags r:id="rId7"/>
            </p:custDataLst>
          </p:nvPr>
        </p:nvSpPr>
        <p:spPr>
          <a:xfrm>
            <a:off x="4252438" y="2197807"/>
            <a:ext cx="1171282" cy="1171282"/>
          </a:xfrm>
          <a:prstGeom prst="ellipse">
            <a:avLst/>
          </a:prstGeom>
          <a:solidFill>
            <a:schemeClr val="bg1"/>
          </a:solidFill>
          <a:ln w="127000">
            <a:solidFill>
              <a:schemeClr val="bg1">
                <a:lumMod val="85000"/>
                <a:alpha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cxnSp>
        <p:nvCxnSpPr>
          <p:cNvPr id="38" name="LineShape"/>
          <p:cNvCxnSpPr/>
          <p:nvPr>
            <p:custDataLst>
              <p:tags r:id="rId8"/>
            </p:custDataLst>
          </p:nvPr>
        </p:nvCxnSpPr>
        <p:spPr>
          <a:xfrm flipH="1">
            <a:off x="4031500" y="3923966"/>
            <a:ext cx="1671551" cy="0"/>
          </a:xfrm>
          <a:prstGeom prst="straightConnector1">
            <a:avLst/>
          </a:prstGeom>
          <a:noFill/>
          <a:ln w="12700" cap="flat" cmpd="sng">
            <a:solidFill>
              <a:srgbClr val="D8D8D8"/>
            </a:solidFill>
            <a:prstDash val="solid"/>
            <a:miter/>
            <a:headEnd type="none" w="med" len="med"/>
            <a:tailEnd type="none" w="med" len="med"/>
          </a:ln>
        </p:spPr>
      </p:cxnSp>
      <p:sp>
        <p:nvSpPr>
          <p:cNvPr id="39" name="BackShape"/>
          <p:cNvSpPr/>
          <p:nvPr>
            <p:custDataLst>
              <p:tags r:id="rId9"/>
            </p:custDataLst>
          </p:nvPr>
        </p:nvSpPr>
        <p:spPr>
          <a:xfrm>
            <a:off x="6408506" y="1892993"/>
            <a:ext cx="1780909" cy="178091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40" name="ValueShape"/>
          <p:cNvSpPr/>
          <p:nvPr>
            <p:custDataLst>
              <p:tags r:id="rId10"/>
            </p:custDataLst>
          </p:nvPr>
        </p:nvSpPr>
        <p:spPr>
          <a:xfrm>
            <a:off x="6370078" y="1828801"/>
            <a:ext cx="1909294" cy="1909294"/>
          </a:xfrm>
          <a:prstGeom prst="pie">
            <a:avLst>
              <a:gd name="adj1" fmla="val 16200000"/>
              <a:gd name="adj2" fmla="val 11880000"/>
            </a:avLst>
          </a:prstGeom>
          <a:solidFill>
            <a:schemeClr val="accent1"/>
          </a:solidFill>
          <a:ln>
            <a:solidFill>
              <a:schemeClr val="accent1">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41" name="ValueBack"/>
          <p:cNvSpPr/>
          <p:nvPr>
            <p:custDataLst>
              <p:tags r:id="rId11"/>
            </p:custDataLst>
          </p:nvPr>
        </p:nvSpPr>
        <p:spPr>
          <a:xfrm>
            <a:off x="6709888" y="2197807"/>
            <a:ext cx="1171282" cy="1171282"/>
          </a:xfrm>
          <a:prstGeom prst="ellipse">
            <a:avLst/>
          </a:prstGeom>
          <a:solidFill>
            <a:schemeClr val="bg1"/>
          </a:solidFill>
          <a:ln w="127000">
            <a:solidFill>
              <a:schemeClr val="accent1">
                <a:lumMod val="40000"/>
                <a:lumOff val="60000"/>
                <a:alpha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cxnSp>
        <p:nvCxnSpPr>
          <p:cNvPr id="42" name="LineShape"/>
          <p:cNvCxnSpPr/>
          <p:nvPr>
            <p:custDataLst>
              <p:tags r:id="rId12"/>
            </p:custDataLst>
          </p:nvPr>
        </p:nvCxnSpPr>
        <p:spPr>
          <a:xfrm flipH="1">
            <a:off x="6488950" y="3923966"/>
            <a:ext cx="1671551" cy="0"/>
          </a:xfrm>
          <a:prstGeom prst="straightConnector1">
            <a:avLst/>
          </a:prstGeom>
          <a:noFill/>
          <a:ln w="12700" cap="flat" cmpd="sng">
            <a:solidFill>
              <a:srgbClr val="D8D8D8"/>
            </a:solidFill>
            <a:prstDash val="solid"/>
            <a:miter/>
            <a:headEnd type="none" w="med" len="med"/>
            <a:tailEnd type="none" w="med" len="med"/>
          </a:ln>
        </p:spPr>
      </p:cxnSp>
      <p:sp>
        <p:nvSpPr>
          <p:cNvPr id="43" name="BackShape"/>
          <p:cNvSpPr/>
          <p:nvPr>
            <p:custDataLst>
              <p:tags r:id="rId13"/>
            </p:custDataLst>
          </p:nvPr>
        </p:nvSpPr>
        <p:spPr>
          <a:xfrm>
            <a:off x="8865956" y="1892993"/>
            <a:ext cx="1780909" cy="1780910"/>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44" name="ValueShape"/>
          <p:cNvSpPr/>
          <p:nvPr>
            <p:custDataLst>
              <p:tags r:id="rId14"/>
            </p:custDataLst>
          </p:nvPr>
        </p:nvSpPr>
        <p:spPr>
          <a:xfrm>
            <a:off x="8827528" y="1828801"/>
            <a:ext cx="1909294" cy="1909294"/>
          </a:xfrm>
          <a:prstGeom prst="pie">
            <a:avLst>
              <a:gd name="adj1" fmla="val 16200000"/>
              <a:gd name="adj2" fmla="val 1360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sp>
        <p:nvSpPr>
          <p:cNvPr id="45" name="ValueBack"/>
          <p:cNvSpPr/>
          <p:nvPr>
            <p:custDataLst>
              <p:tags r:id="rId15"/>
            </p:custDataLst>
          </p:nvPr>
        </p:nvSpPr>
        <p:spPr>
          <a:xfrm>
            <a:off x="9167338" y="2197807"/>
            <a:ext cx="1171282" cy="1171282"/>
          </a:xfrm>
          <a:prstGeom prst="ellipse">
            <a:avLst/>
          </a:prstGeom>
          <a:solidFill>
            <a:schemeClr val="bg1"/>
          </a:solidFill>
          <a:ln w="127000">
            <a:solidFill>
              <a:schemeClr val="bg1">
                <a:lumMod val="85000"/>
                <a:alpha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cs typeface="+mn-ea"/>
              <a:sym typeface="+mn-lt"/>
            </a:endParaRPr>
          </a:p>
        </p:txBody>
      </p:sp>
      <p:cxnSp>
        <p:nvCxnSpPr>
          <p:cNvPr id="46" name="LineShape"/>
          <p:cNvCxnSpPr/>
          <p:nvPr>
            <p:custDataLst>
              <p:tags r:id="rId16"/>
            </p:custDataLst>
          </p:nvPr>
        </p:nvCxnSpPr>
        <p:spPr>
          <a:xfrm flipH="1">
            <a:off x="8946400" y="3923966"/>
            <a:ext cx="1671551" cy="0"/>
          </a:xfrm>
          <a:prstGeom prst="straightConnector1">
            <a:avLst/>
          </a:prstGeom>
          <a:noFill/>
          <a:ln w="12700" cap="flat" cmpd="sng">
            <a:solidFill>
              <a:srgbClr val="D8D8D8"/>
            </a:solidFill>
            <a:prstDash val="solid"/>
            <a:miter/>
            <a:headEnd type="none" w="med" len="med"/>
            <a:tailEnd type="none" w="med" len="med"/>
          </a:ln>
        </p:spPr>
      </p:cxnSp>
      <p:grpSp>
        <p:nvGrpSpPr>
          <p:cNvPr id="47" name="组合 46"/>
          <p:cNvGrpSpPr/>
          <p:nvPr>
            <p:custDataLst>
              <p:tags r:id="rId17"/>
            </p:custDataLst>
          </p:nvPr>
        </p:nvGrpSpPr>
        <p:grpSpPr>
          <a:xfrm>
            <a:off x="1455172" y="4109838"/>
            <a:ext cx="1909300" cy="1756640"/>
            <a:chOff x="1918240" y="2349127"/>
            <a:chExt cx="1909300" cy="1756640"/>
          </a:xfrm>
        </p:grpSpPr>
        <p:sp>
          <p:nvSpPr>
            <p:cNvPr id="48" name="文本框 47"/>
            <p:cNvSpPr txBox="1"/>
            <p:nvPr>
              <p:custDataLst>
                <p:tags r:id="rId18"/>
              </p:custDataLst>
            </p:nvPr>
          </p:nvSpPr>
          <p:spPr>
            <a:xfrm>
              <a:off x="2037113" y="2349127"/>
              <a:ext cx="1671556" cy="410882"/>
            </a:xfrm>
            <a:prstGeom prst="rect">
              <a:avLst/>
            </a:prstGeom>
            <a:noFill/>
          </p:spPr>
          <p:txBody>
            <a:bodyPr wrap="square" rtlCol="0">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cs typeface="+mn-ea"/>
                  <a:sym typeface="+mn-lt"/>
                </a:rPr>
                <a:t>添加标题</a:t>
              </a:r>
              <a:endParaRPr lang="zh-CN" altLang="en-US" b="1" dirty="0">
                <a:solidFill>
                  <a:schemeClr val="tx1">
                    <a:lumMod val="75000"/>
                    <a:lumOff val="25000"/>
                  </a:schemeClr>
                </a:solidFill>
                <a:cs typeface="+mn-ea"/>
                <a:sym typeface="+mn-lt"/>
              </a:endParaRPr>
            </a:p>
          </p:txBody>
        </p:sp>
        <p:sp>
          <p:nvSpPr>
            <p:cNvPr id="49" name="文本框 48"/>
            <p:cNvSpPr txBox="1"/>
            <p:nvPr>
              <p:custDataLst>
                <p:tags r:id="rId19"/>
              </p:custDataLst>
            </p:nvPr>
          </p:nvSpPr>
          <p:spPr>
            <a:xfrm flipH="1">
              <a:off x="1918240" y="2686404"/>
              <a:ext cx="1909300" cy="1419363"/>
            </a:xfrm>
            <a:prstGeom prst="rect">
              <a:avLst/>
            </a:prstGeom>
            <a:noFill/>
          </p:spPr>
          <p:txBody>
            <a:bodyPr wrap="square" rtlCol="0">
              <a:spAutoFit/>
              <a:scene3d>
                <a:camera prst="orthographicFront"/>
                <a:lightRig rig="threePt" dir="t"/>
              </a:scene3d>
              <a:sp3d contourW="12700"/>
            </a:bodyPr>
            <a:lstStyle/>
            <a:p>
              <a:pPr algn="ctr">
                <a:lnSpc>
                  <a:spcPct val="154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endParaRPr lang="en-US" altLang="zh-CN" sz="1400" dirty="0">
                <a:solidFill>
                  <a:schemeClr val="tx1">
                    <a:lumMod val="75000"/>
                    <a:lumOff val="25000"/>
                  </a:schemeClr>
                </a:solidFill>
                <a:cs typeface="+mn-ea"/>
                <a:sym typeface="+mn-lt"/>
              </a:endParaRPr>
            </a:p>
          </p:txBody>
        </p:sp>
      </p:grpSp>
      <p:grpSp>
        <p:nvGrpSpPr>
          <p:cNvPr id="50" name="组合 49"/>
          <p:cNvGrpSpPr/>
          <p:nvPr>
            <p:custDataLst>
              <p:tags r:id="rId20"/>
            </p:custDataLst>
          </p:nvPr>
        </p:nvGrpSpPr>
        <p:grpSpPr>
          <a:xfrm>
            <a:off x="3890571" y="4109838"/>
            <a:ext cx="1909300" cy="1784875"/>
            <a:chOff x="1925382" y="2349127"/>
            <a:chExt cx="1909300" cy="1784875"/>
          </a:xfrm>
        </p:grpSpPr>
        <p:sp>
          <p:nvSpPr>
            <p:cNvPr id="51" name="文本框 50"/>
            <p:cNvSpPr txBox="1"/>
            <p:nvPr>
              <p:custDataLst>
                <p:tags r:id="rId21"/>
              </p:custDataLst>
            </p:nvPr>
          </p:nvSpPr>
          <p:spPr>
            <a:xfrm>
              <a:off x="2037113" y="2349127"/>
              <a:ext cx="1671556" cy="410882"/>
            </a:xfrm>
            <a:prstGeom prst="rect">
              <a:avLst/>
            </a:prstGeom>
            <a:noFill/>
          </p:spPr>
          <p:txBody>
            <a:bodyPr wrap="square" rtlCol="0">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cs typeface="+mn-ea"/>
                  <a:sym typeface="+mn-lt"/>
                </a:rPr>
                <a:t>添加标题</a:t>
              </a:r>
              <a:endParaRPr lang="zh-CN" altLang="en-US" b="1" dirty="0">
                <a:solidFill>
                  <a:schemeClr val="tx1">
                    <a:lumMod val="75000"/>
                    <a:lumOff val="25000"/>
                  </a:schemeClr>
                </a:solidFill>
                <a:cs typeface="+mn-ea"/>
                <a:sym typeface="+mn-lt"/>
              </a:endParaRPr>
            </a:p>
          </p:txBody>
        </p:sp>
        <p:sp>
          <p:nvSpPr>
            <p:cNvPr id="52" name="文本框 51"/>
            <p:cNvSpPr txBox="1"/>
            <p:nvPr>
              <p:custDataLst>
                <p:tags r:id="rId22"/>
              </p:custDataLst>
            </p:nvPr>
          </p:nvSpPr>
          <p:spPr>
            <a:xfrm>
              <a:off x="1925382" y="2714639"/>
              <a:ext cx="1909300" cy="1419363"/>
            </a:xfrm>
            <a:prstGeom prst="rect">
              <a:avLst/>
            </a:prstGeom>
            <a:noFill/>
          </p:spPr>
          <p:txBody>
            <a:bodyPr wrap="square" rtlCol="0">
              <a:spAutoFit/>
              <a:scene3d>
                <a:camera prst="orthographicFront"/>
                <a:lightRig rig="threePt" dir="t"/>
              </a:scene3d>
              <a:sp3d contourW="12700"/>
            </a:bodyPr>
            <a:lstStyle/>
            <a:p>
              <a:pPr algn="ctr">
                <a:lnSpc>
                  <a:spcPct val="154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endParaRPr lang="en-US" altLang="zh-CN" sz="1400" dirty="0">
                <a:solidFill>
                  <a:schemeClr val="tx1">
                    <a:lumMod val="75000"/>
                    <a:lumOff val="25000"/>
                  </a:schemeClr>
                </a:solidFill>
                <a:cs typeface="+mn-ea"/>
                <a:sym typeface="+mn-lt"/>
              </a:endParaRPr>
            </a:p>
          </p:txBody>
        </p:sp>
      </p:grpSp>
      <p:grpSp>
        <p:nvGrpSpPr>
          <p:cNvPr id="53" name="组合 52"/>
          <p:cNvGrpSpPr/>
          <p:nvPr>
            <p:custDataLst>
              <p:tags r:id="rId23"/>
            </p:custDataLst>
          </p:nvPr>
        </p:nvGrpSpPr>
        <p:grpSpPr>
          <a:xfrm>
            <a:off x="6311686" y="4109838"/>
            <a:ext cx="1909300" cy="1768215"/>
            <a:chOff x="1918240" y="2349127"/>
            <a:chExt cx="1909300" cy="1768215"/>
          </a:xfrm>
        </p:grpSpPr>
        <p:sp>
          <p:nvSpPr>
            <p:cNvPr id="54" name="文本框 53"/>
            <p:cNvSpPr txBox="1"/>
            <p:nvPr>
              <p:custDataLst>
                <p:tags r:id="rId24"/>
              </p:custDataLst>
            </p:nvPr>
          </p:nvSpPr>
          <p:spPr>
            <a:xfrm>
              <a:off x="2037113" y="2349127"/>
              <a:ext cx="1671556" cy="410882"/>
            </a:xfrm>
            <a:prstGeom prst="rect">
              <a:avLst/>
            </a:prstGeom>
            <a:noFill/>
          </p:spPr>
          <p:txBody>
            <a:bodyPr wrap="square" rtlCol="0">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cs typeface="+mn-ea"/>
                  <a:sym typeface="+mn-lt"/>
                </a:rPr>
                <a:t>添加标题</a:t>
              </a:r>
              <a:endParaRPr lang="zh-CN" altLang="en-US" b="1" dirty="0">
                <a:solidFill>
                  <a:schemeClr val="tx1">
                    <a:lumMod val="75000"/>
                    <a:lumOff val="25000"/>
                  </a:schemeClr>
                </a:solidFill>
                <a:cs typeface="+mn-ea"/>
                <a:sym typeface="+mn-lt"/>
              </a:endParaRPr>
            </a:p>
          </p:txBody>
        </p:sp>
        <p:sp>
          <p:nvSpPr>
            <p:cNvPr id="55" name="文本框 54"/>
            <p:cNvSpPr txBox="1"/>
            <p:nvPr>
              <p:custDataLst>
                <p:tags r:id="rId25"/>
              </p:custDataLst>
            </p:nvPr>
          </p:nvSpPr>
          <p:spPr>
            <a:xfrm>
              <a:off x="1918240" y="2697979"/>
              <a:ext cx="1909300" cy="1419363"/>
            </a:xfrm>
            <a:prstGeom prst="rect">
              <a:avLst/>
            </a:prstGeom>
            <a:noFill/>
          </p:spPr>
          <p:txBody>
            <a:bodyPr wrap="square" rtlCol="0">
              <a:spAutoFit/>
              <a:scene3d>
                <a:camera prst="orthographicFront"/>
                <a:lightRig rig="threePt" dir="t"/>
              </a:scene3d>
              <a:sp3d contourW="12700"/>
            </a:bodyPr>
            <a:lstStyle/>
            <a:p>
              <a:pPr algn="ctr">
                <a:lnSpc>
                  <a:spcPct val="154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endParaRPr lang="en-US" altLang="zh-CN" sz="1400" dirty="0">
                <a:solidFill>
                  <a:schemeClr val="tx1">
                    <a:lumMod val="75000"/>
                    <a:lumOff val="25000"/>
                  </a:schemeClr>
                </a:solidFill>
                <a:cs typeface="+mn-ea"/>
                <a:sym typeface="+mn-lt"/>
              </a:endParaRPr>
            </a:p>
          </p:txBody>
        </p:sp>
      </p:grpSp>
      <p:grpSp>
        <p:nvGrpSpPr>
          <p:cNvPr id="56" name="组合 55"/>
          <p:cNvGrpSpPr/>
          <p:nvPr>
            <p:custDataLst>
              <p:tags r:id="rId26"/>
            </p:custDataLst>
          </p:nvPr>
        </p:nvGrpSpPr>
        <p:grpSpPr>
          <a:xfrm>
            <a:off x="8865956" y="4109838"/>
            <a:ext cx="1909300" cy="1768215"/>
            <a:chOff x="1918240" y="2349127"/>
            <a:chExt cx="1909300" cy="1768215"/>
          </a:xfrm>
        </p:grpSpPr>
        <p:sp>
          <p:nvSpPr>
            <p:cNvPr id="57" name="文本框 56"/>
            <p:cNvSpPr txBox="1"/>
            <p:nvPr>
              <p:custDataLst>
                <p:tags r:id="rId27"/>
              </p:custDataLst>
            </p:nvPr>
          </p:nvSpPr>
          <p:spPr>
            <a:xfrm>
              <a:off x="2037113" y="2349127"/>
              <a:ext cx="1671556" cy="410882"/>
            </a:xfrm>
            <a:prstGeom prst="rect">
              <a:avLst/>
            </a:prstGeom>
            <a:noFill/>
          </p:spPr>
          <p:txBody>
            <a:bodyPr wrap="square" rtlCol="0">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cs typeface="+mn-ea"/>
                  <a:sym typeface="+mn-lt"/>
                </a:rPr>
                <a:t>添加标题</a:t>
              </a:r>
              <a:endParaRPr lang="zh-CN" altLang="en-US" b="1" dirty="0">
                <a:solidFill>
                  <a:schemeClr val="tx1">
                    <a:lumMod val="75000"/>
                    <a:lumOff val="25000"/>
                  </a:schemeClr>
                </a:solidFill>
                <a:cs typeface="+mn-ea"/>
                <a:sym typeface="+mn-lt"/>
              </a:endParaRPr>
            </a:p>
          </p:txBody>
        </p:sp>
        <p:sp>
          <p:nvSpPr>
            <p:cNvPr id="58" name="文本框 57"/>
            <p:cNvSpPr txBox="1"/>
            <p:nvPr>
              <p:custDataLst>
                <p:tags r:id="rId28"/>
              </p:custDataLst>
            </p:nvPr>
          </p:nvSpPr>
          <p:spPr>
            <a:xfrm>
              <a:off x="1918240" y="2697979"/>
              <a:ext cx="1909300" cy="1419363"/>
            </a:xfrm>
            <a:prstGeom prst="rect">
              <a:avLst/>
            </a:prstGeom>
            <a:noFill/>
          </p:spPr>
          <p:txBody>
            <a:bodyPr wrap="square" rtlCol="0">
              <a:spAutoFit/>
              <a:scene3d>
                <a:camera prst="orthographicFront"/>
                <a:lightRig rig="threePt" dir="t"/>
              </a:scene3d>
              <a:sp3d contourW="12700"/>
            </a:bodyPr>
            <a:lstStyle/>
            <a:p>
              <a:pPr algn="ctr">
                <a:lnSpc>
                  <a:spcPct val="154000"/>
                </a:lnSpc>
              </a:pPr>
              <a:r>
                <a:rPr lang="zh-CN" altLang="en-US" sz="1400" dirty="0">
                  <a:solidFill>
                    <a:schemeClr val="tx1">
                      <a:lumMod val="75000"/>
                      <a:lumOff val="25000"/>
                    </a:schemeClr>
                  </a:solidFill>
                  <a:cs typeface="+mn-ea"/>
                  <a:sym typeface="+mn-lt"/>
                </a:rPr>
                <a:t>请替换文字内容复制你的内容到此请替换文字内容复制你的内容到此</a:t>
              </a:r>
              <a:endParaRPr lang="en-US" altLang="zh-CN" sz="1400" dirty="0">
                <a:solidFill>
                  <a:schemeClr val="tx1">
                    <a:lumMod val="75000"/>
                    <a:lumOff val="25000"/>
                  </a:schemeClr>
                </a:solidFill>
                <a:cs typeface="+mn-ea"/>
                <a:sym typeface="+mn-lt"/>
              </a:endParaRPr>
            </a:p>
          </p:txBody>
        </p:sp>
      </p:grpSp>
      <p:sp>
        <p:nvSpPr>
          <p:cNvPr id="59" name="文本框 58"/>
          <p:cNvSpPr txBox="1"/>
          <p:nvPr>
            <p:custDataLst>
              <p:tags r:id="rId29"/>
            </p:custDataLst>
          </p:nvPr>
        </p:nvSpPr>
        <p:spPr>
          <a:xfrm>
            <a:off x="2037786" y="2592219"/>
            <a:ext cx="744071" cy="400110"/>
          </a:xfrm>
          <a:prstGeom prst="rect">
            <a:avLst/>
          </a:prstGeom>
          <a:noFill/>
        </p:spPr>
        <p:txBody>
          <a:bodyPr wrap="square" rtlCol="0">
            <a:spAutoFit/>
          </a:bodyPr>
          <a:lstStyle/>
          <a:p>
            <a:r>
              <a:rPr lang="en-US" altLang="zh-CN" sz="2000" dirty="0">
                <a:cs typeface="+mn-ea"/>
                <a:sym typeface="+mn-lt"/>
              </a:rPr>
              <a:t>63%</a:t>
            </a:r>
            <a:endParaRPr lang="zh-CN" altLang="en-US" sz="2000" dirty="0">
              <a:cs typeface="+mn-ea"/>
              <a:sym typeface="+mn-lt"/>
            </a:endParaRPr>
          </a:p>
        </p:txBody>
      </p:sp>
      <p:sp>
        <p:nvSpPr>
          <p:cNvPr id="60" name="文本框 59"/>
          <p:cNvSpPr txBox="1"/>
          <p:nvPr>
            <p:custDataLst>
              <p:tags r:id="rId30"/>
            </p:custDataLst>
          </p:nvPr>
        </p:nvSpPr>
        <p:spPr>
          <a:xfrm>
            <a:off x="4495239" y="2592219"/>
            <a:ext cx="744071" cy="400110"/>
          </a:xfrm>
          <a:prstGeom prst="rect">
            <a:avLst/>
          </a:prstGeom>
          <a:noFill/>
        </p:spPr>
        <p:txBody>
          <a:bodyPr wrap="square" rtlCol="0">
            <a:spAutoFit/>
          </a:bodyPr>
          <a:lstStyle/>
          <a:p>
            <a:r>
              <a:rPr lang="en-US" altLang="zh-CN" sz="2000" dirty="0">
                <a:cs typeface="+mn-ea"/>
                <a:sym typeface="+mn-lt"/>
              </a:rPr>
              <a:t>42%</a:t>
            </a:r>
            <a:endParaRPr lang="zh-CN" altLang="en-US" sz="2000" dirty="0">
              <a:cs typeface="+mn-ea"/>
              <a:sym typeface="+mn-lt"/>
            </a:endParaRPr>
          </a:p>
        </p:txBody>
      </p:sp>
      <p:sp>
        <p:nvSpPr>
          <p:cNvPr id="61" name="文本框 60"/>
          <p:cNvSpPr txBox="1"/>
          <p:nvPr>
            <p:custDataLst>
              <p:tags r:id="rId31"/>
            </p:custDataLst>
          </p:nvPr>
        </p:nvSpPr>
        <p:spPr>
          <a:xfrm>
            <a:off x="6952689" y="2592219"/>
            <a:ext cx="744071" cy="400110"/>
          </a:xfrm>
          <a:prstGeom prst="rect">
            <a:avLst/>
          </a:prstGeom>
          <a:noFill/>
        </p:spPr>
        <p:txBody>
          <a:bodyPr wrap="square" rtlCol="0">
            <a:spAutoFit/>
          </a:bodyPr>
          <a:lstStyle/>
          <a:p>
            <a:r>
              <a:rPr lang="en-US" altLang="zh-CN" sz="2000" dirty="0">
                <a:cs typeface="+mn-ea"/>
                <a:sym typeface="+mn-lt"/>
              </a:rPr>
              <a:t>80%</a:t>
            </a:r>
            <a:endParaRPr lang="zh-CN" altLang="en-US" sz="2000" dirty="0">
              <a:cs typeface="+mn-ea"/>
              <a:sym typeface="+mn-lt"/>
            </a:endParaRPr>
          </a:p>
        </p:txBody>
      </p:sp>
      <p:sp>
        <p:nvSpPr>
          <p:cNvPr id="62" name="文本框 61"/>
          <p:cNvSpPr txBox="1"/>
          <p:nvPr>
            <p:custDataLst>
              <p:tags r:id="rId32"/>
            </p:custDataLst>
          </p:nvPr>
        </p:nvSpPr>
        <p:spPr>
          <a:xfrm>
            <a:off x="9457617" y="2582432"/>
            <a:ext cx="762148" cy="400110"/>
          </a:xfrm>
          <a:prstGeom prst="rect">
            <a:avLst/>
          </a:prstGeom>
          <a:noFill/>
        </p:spPr>
        <p:txBody>
          <a:bodyPr wrap="square" rtlCol="0">
            <a:spAutoFit/>
          </a:bodyPr>
          <a:lstStyle/>
          <a:p>
            <a:r>
              <a:rPr lang="en-US" altLang="zh-CN" sz="2000" dirty="0">
                <a:cs typeface="+mn-ea"/>
                <a:sym typeface="+mn-lt"/>
              </a:rPr>
              <a:t>88%</a:t>
            </a:r>
            <a:endParaRPr lang="zh-CN" altLang="en-US" sz="2000" dirty="0">
              <a:cs typeface="+mn-ea"/>
              <a:sym typeface="+mn-lt"/>
            </a:endParaRPr>
          </a:p>
        </p:txBody>
      </p:sp>
      <p:pic>
        <p:nvPicPr>
          <p:cNvPr id="2" name="图片 1"/>
          <p:cNvPicPr>
            <a:picLocks noChangeAspect="1"/>
          </p:cNvPicPr>
          <p:nvPr/>
        </p:nvPicPr>
        <p:blipFill>
          <a:blip r:embed="rId33">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63083"/>
            <a:ext cx="4840377" cy="885151"/>
          </a:xfrm>
          <a:prstGeom prst="rect">
            <a:avLst/>
          </a:prstGeom>
        </p:spPr>
      </p:pic>
      <p:sp>
        <p:nvSpPr>
          <p:cNvPr id="19" name="矩形 18"/>
          <p:cNvSpPr/>
          <p:nvPr/>
        </p:nvSpPr>
        <p:spPr>
          <a:xfrm>
            <a:off x="1010013" y="6007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endParaRPr lang="zh-CN" altLang="en-US" sz="2000" spc="300" dirty="0">
              <a:solidFill>
                <a:schemeClr val="tx2"/>
              </a:solidFill>
              <a:cs typeface="+mn-ea"/>
              <a:sym typeface="+mn-lt"/>
            </a:endParaRPr>
          </a:p>
        </p:txBody>
      </p:sp>
      <p:grpSp>
        <p:nvGrpSpPr>
          <p:cNvPr id="21" name="组合 20"/>
          <p:cNvGrpSpPr/>
          <p:nvPr/>
        </p:nvGrpSpPr>
        <p:grpSpPr>
          <a:xfrm rot="10800000">
            <a:off x="0" y="304408"/>
            <a:ext cx="1010103" cy="857396"/>
            <a:chOff x="-39567" y="0"/>
            <a:chExt cx="1677745" cy="1424104"/>
          </a:xfrm>
        </p:grpSpPr>
        <p:sp>
          <p:nvSpPr>
            <p:cNvPr id="22" name="iṡḻiďè"/>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23" name="iṡḻiďè"/>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heel(1)">
                                      <p:cBhvr>
                                        <p:cTn id="10" dur="2000"/>
                                        <p:tgtEl>
                                          <p:spTgt spid="27"/>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heel(1)">
                                      <p:cBhvr>
                                        <p:cTn id="13" dur="2000"/>
                                        <p:tgtEl>
                                          <p:spTgt spid="28"/>
                                        </p:tgtEl>
                                      </p:cBhvr>
                                    </p:animEffect>
                                  </p:childTnLst>
                                </p:cTn>
                              </p:par>
                              <p:par>
                                <p:cTn id="14" presetID="21" presetClass="entr" presetSubtype="1"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heel(1)">
                                      <p:cBhvr>
                                        <p:cTn id="16" dur="2000"/>
                                        <p:tgtEl>
                                          <p:spTgt spid="34"/>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heel(1)">
                                      <p:cBhvr>
                                        <p:cTn id="19" dur="2000"/>
                                        <p:tgtEl>
                                          <p:spTgt spid="35"/>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heel(1)">
                                      <p:cBhvr>
                                        <p:cTn id="22" dur="2000"/>
                                        <p:tgtEl>
                                          <p:spTgt spid="36"/>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heel(1)">
                                      <p:cBhvr>
                                        <p:cTn id="25" dur="2000"/>
                                        <p:tgtEl>
                                          <p:spTgt spid="37"/>
                                        </p:tgtEl>
                                      </p:cBhvr>
                                    </p:animEffect>
                                  </p:childTnLst>
                                </p:cTn>
                              </p:par>
                              <p:par>
                                <p:cTn id="26" presetID="21" presetClass="entr" presetSubtype="1"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heel(1)">
                                      <p:cBhvr>
                                        <p:cTn id="28" dur="2000"/>
                                        <p:tgtEl>
                                          <p:spTgt spid="38"/>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heel(1)">
                                      <p:cBhvr>
                                        <p:cTn id="31" dur="2000"/>
                                        <p:tgtEl>
                                          <p:spTgt spid="39"/>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heel(1)">
                                      <p:cBhvr>
                                        <p:cTn id="34" dur="2000"/>
                                        <p:tgtEl>
                                          <p:spTgt spid="40"/>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heel(1)">
                                      <p:cBhvr>
                                        <p:cTn id="37" dur="2000"/>
                                        <p:tgtEl>
                                          <p:spTgt spid="41"/>
                                        </p:tgtEl>
                                      </p:cBhvr>
                                    </p:animEffect>
                                  </p:childTnLst>
                                </p:cTn>
                              </p:par>
                              <p:par>
                                <p:cTn id="38" presetID="21" presetClass="entr" presetSubtype="1" fill="hold" nodeType="with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wheel(1)">
                                      <p:cBhvr>
                                        <p:cTn id="40" dur="2000"/>
                                        <p:tgtEl>
                                          <p:spTgt spid="42"/>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wheel(1)">
                                      <p:cBhvr>
                                        <p:cTn id="43" dur="2000"/>
                                        <p:tgtEl>
                                          <p:spTgt spid="43"/>
                                        </p:tgtEl>
                                      </p:cBhvr>
                                    </p:animEffect>
                                  </p:childTnLst>
                                </p:cTn>
                              </p:par>
                              <p:par>
                                <p:cTn id="44" presetID="21" presetClass="entr" presetSubtype="1"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wheel(1)">
                                      <p:cBhvr>
                                        <p:cTn id="46" dur="2000"/>
                                        <p:tgtEl>
                                          <p:spTgt spid="44"/>
                                        </p:tgtEl>
                                      </p:cBhvr>
                                    </p:animEffect>
                                  </p:childTnLst>
                                </p:cTn>
                              </p:par>
                              <p:par>
                                <p:cTn id="47" presetID="21" presetClass="entr" presetSubtype="1"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heel(1)">
                                      <p:cBhvr>
                                        <p:cTn id="49" dur="2000"/>
                                        <p:tgtEl>
                                          <p:spTgt spid="45"/>
                                        </p:tgtEl>
                                      </p:cBhvr>
                                    </p:animEffect>
                                  </p:childTnLst>
                                </p:cTn>
                              </p:par>
                              <p:par>
                                <p:cTn id="50" presetID="21" presetClass="entr" presetSubtype="1"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heel(1)">
                                      <p:cBhvr>
                                        <p:cTn id="52" dur="2000"/>
                                        <p:tgtEl>
                                          <p:spTgt spid="46"/>
                                        </p:tgtEl>
                                      </p:cBhvr>
                                    </p:animEffect>
                                  </p:childTnLst>
                                </p:cTn>
                              </p:par>
                            </p:childTnLst>
                          </p:cTn>
                        </p:par>
                        <p:par>
                          <p:cTn id="53" fill="hold">
                            <p:stCondLst>
                              <p:cond delay="2000"/>
                            </p:stCondLst>
                            <p:childTnLst>
                              <p:par>
                                <p:cTn id="54" presetID="53" presetClass="entr" presetSubtype="16" fill="hold" nodeType="afterEffect">
                                  <p:stCondLst>
                                    <p:cond delay="0"/>
                                  </p:stCondLst>
                                  <p:childTnLst>
                                    <p:set>
                                      <p:cBhvr>
                                        <p:cTn id="55" dur="1" fill="hold">
                                          <p:stCondLst>
                                            <p:cond delay="0"/>
                                          </p:stCondLst>
                                        </p:cTn>
                                        <p:tgtEl>
                                          <p:spTgt spid="47"/>
                                        </p:tgtEl>
                                        <p:attrNameLst>
                                          <p:attrName>style.visibility</p:attrName>
                                        </p:attrNameLst>
                                      </p:cBhvr>
                                      <p:to>
                                        <p:strVal val="visible"/>
                                      </p:to>
                                    </p:set>
                                    <p:anim calcmode="lin" valueType="num">
                                      <p:cBhvr>
                                        <p:cTn id="56" dur="500" fill="hold"/>
                                        <p:tgtEl>
                                          <p:spTgt spid="47"/>
                                        </p:tgtEl>
                                        <p:attrNameLst>
                                          <p:attrName>ppt_w</p:attrName>
                                        </p:attrNameLst>
                                      </p:cBhvr>
                                      <p:tavLst>
                                        <p:tav tm="0">
                                          <p:val>
                                            <p:fltVal val="0"/>
                                          </p:val>
                                        </p:tav>
                                        <p:tav tm="100000">
                                          <p:val>
                                            <p:strVal val="#ppt_w"/>
                                          </p:val>
                                        </p:tav>
                                      </p:tavLst>
                                    </p:anim>
                                    <p:anim calcmode="lin" valueType="num">
                                      <p:cBhvr>
                                        <p:cTn id="57" dur="500" fill="hold"/>
                                        <p:tgtEl>
                                          <p:spTgt spid="47"/>
                                        </p:tgtEl>
                                        <p:attrNameLst>
                                          <p:attrName>ppt_h</p:attrName>
                                        </p:attrNameLst>
                                      </p:cBhvr>
                                      <p:tavLst>
                                        <p:tav tm="0">
                                          <p:val>
                                            <p:fltVal val="0"/>
                                          </p:val>
                                        </p:tav>
                                        <p:tav tm="100000">
                                          <p:val>
                                            <p:strVal val="#ppt_h"/>
                                          </p:val>
                                        </p:tav>
                                      </p:tavLst>
                                    </p:anim>
                                    <p:animEffect transition="in" filter="fade">
                                      <p:cBhvr>
                                        <p:cTn id="58" dur="500"/>
                                        <p:tgtEl>
                                          <p:spTgt spid="47"/>
                                        </p:tgtEl>
                                      </p:cBhvr>
                                    </p:animEffect>
                                  </p:childTnLst>
                                </p:cTn>
                              </p:par>
                              <p:par>
                                <p:cTn id="59" presetID="53" presetClass="entr" presetSubtype="16" fill="hold" nodeType="withEffect">
                                  <p:stCondLst>
                                    <p:cond delay="0"/>
                                  </p:stCondLst>
                                  <p:childTnLst>
                                    <p:set>
                                      <p:cBhvr>
                                        <p:cTn id="60" dur="1" fill="hold">
                                          <p:stCondLst>
                                            <p:cond delay="0"/>
                                          </p:stCondLst>
                                        </p:cTn>
                                        <p:tgtEl>
                                          <p:spTgt spid="50"/>
                                        </p:tgtEl>
                                        <p:attrNameLst>
                                          <p:attrName>style.visibility</p:attrName>
                                        </p:attrNameLst>
                                      </p:cBhvr>
                                      <p:to>
                                        <p:strVal val="visible"/>
                                      </p:to>
                                    </p:set>
                                    <p:anim calcmode="lin" valueType="num">
                                      <p:cBhvr>
                                        <p:cTn id="61" dur="500" fill="hold"/>
                                        <p:tgtEl>
                                          <p:spTgt spid="50"/>
                                        </p:tgtEl>
                                        <p:attrNameLst>
                                          <p:attrName>ppt_w</p:attrName>
                                        </p:attrNameLst>
                                      </p:cBhvr>
                                      <p:tavLst>
                                        <p:tav tm="0">
                                          <p:val>
                                            <p:fltVal val="0"/>
                                          </p:val>
                                        </p:tav>
                                        <p:tav tm="100000">
                                          <p:val>
                                            <p:strVal val="#ppt_w"/>
                                          </p:val>
                                        </p:tav>
                                      </p:tavLst>
                                    </p:anim>
                                    <p:anim calcmode="lin" valueType="num">
                                      <p:cBhvr>
                                        <p:cTn id="62" dur="500" fill="hold"/>
                                        <p:tgtEl>
                                          <p:spTgt spid="50"/>
                                        </p:tgtEl>
                                        <p:attrNameLst>
                                          <p:attrName>ppt_h</p:attrName>
                                        </p:attrNameLst>
                                      </p:cBhvr>
                                      <p:tavLst>
                                        <p:tav tm="0">
                                          <p:val>
                                            <p:fltVal val="0"/>
                                          </p:val>
                                        </p:tav>
                                        <p:tav tm="100000">
                                          <p:val>
                                            <p:strVal val="#ppt_h"/>
                                          </p:val>
                                        </p:tav>
                                      </p:tavLst>
                                    </p:anim>
                                    <p:animEffect transition="in" filter="fade">
                                      <p:cBhvr>
                                        <p:cTn id="63" dur="500"/>
                                        <p:tgtEl>
                                          <p:spTgt spid="50"/>
                                        </p:tgtEl>
                                      </p:cBhvr>
                                    </p:animEffect>
                                  </p:childTnLst>
                                </p:cTn>
                              </p:par>
                              <p:par>
                                <p:cTn id="64" presetID="53" presetClass="entr" presetSubtype="16" fill="hold" nodeType="withEffect">
                                  <p:stCondLst>
                                    <p:cond delay="0"/>
                                  </p:stCondLst>
                                  <p:childTnLst>
                                    <p:set>
                                      <p:cBhvr>
                                        <p:cTn id="65" dur="1" fill="hold">
                                          <p:stCondLst>
                                            <p:cond delay="0"/>
                                          </p:stCondLst>
                                        </p:cTn>
                                        <p:tgtEl>
                                          <p:spTgt spid="53"/>
                                        </p:tgtEl>
                                        <p:attrNameLst>
                                          <p:attrName>style.visibility</p:attrName>
                                        </p:attrNameLst>
                                      </p:cBhvr>
                                      <p:to>
                                        <p:strVal val="visible"/>
                                      </p:to>
                                    </p:set>
                                    <p:anim calcmode="lin" valueType="num">
                                      <p:cBhvr>
                                        <p:cTn id="66" dur="500" fill="hold"/>
                                        <p:tgtEl>
                                          <p:spTgt spid="53"/>
                                        </p:tgtEl>
                                        <p:attrNameLst>
                                          <p:attrName>ppt_w</p:attrName>
                                        </p:attrNameLst>
                                      </p:cBhvr>
                                      <p:tavLst>
                                        <p:tav tm="0">
                                          <p:val>
                                            <p:fltVal val="0"/>
                                          </p:val>
                                        </p:tav>
                                        <p:tav tm="100000">
                                          <p:val>
                                            <p:strVal val="#ppt_w"/>
                                          </p:val>
                                        </p:tav>
                                      </p:tavLst>
                                    </p:anim>
                                    <p:anim calcmode="lin" valueType="num">
                                      <p:cBhvr>
                                        <p:cTn id="67" dur="500" fill="hold"/>
                                        <p:tgtEl>
                                          <p:spTgt spid="53"/>
                                        </p:tgtEl>
                                        <p:attrNameLst>
                                          <p:attrName>ppt_h</p:attrName>
                                        </p:attrNameLst>
                                      </p:cBhvr>
                                      <p:tavLst>
                                        <p:tav tm="0">
                                          <p:val>
                                            <p:fltVal val="0"/>
                                          </p:val>
                                        </p:tav>
                                        <p:tav tm="100000">
                                          <p:val>
                                            <p:strVal val="#ppt_h"/>
                                          </p:val>
                                        </p:tav>
                                      </p:tavLst>
                                    </p:anim>
                                    <p:animEffect transition="in" filter="fade">
                                      <p:cBhvr>
                                        <p:cTn id="68" dur="500"/>
                                        <p:tgtEl>
                                          <p:spTgt spid="53"/>
                                        </p:tgtEl>
                                      </p:cBhvr>
                                    </p:animEffect>
                                  </p:childTnLst>
                                </p:cTn>
                              </p:par>
                              <p:par>
                                <p:cTn id="69" presetID="53" presetClass="entr" presetSubtype="16" fill="hold" nodeType="withEffect">
                                  <p:stCondLst>
                                    <p:cond delay="0"/>
                                  </p:stCondLst>
                                  <p:childTnLst>
                                    <p:set>
                                      <p:cBhvr>
                                        <p:cTn id="70" dur="1" fill="hold">
                                          <p:stCondLst>
                                            <p:cond delay="0"/>
                                          </p:stCondLst>
                                        </p:cTn>
                                        <p:tgtEl>
                                          <p:spTgt spid="56"/>
                                        </p:tgtEl>
                                        <p:attrNameLst>
                                          <p:attrName>style.visibility</p:attrName>
                                        </p:attrNameLst>
                                      </p:cBhvr>
                                      <p:to>
                                        <p:strVal val="visible"/>
                                      </p:to>
                                    </p:set>
                                    <p:anim calcmode="lin" valueType="num">
                                      <p:cBhvr>
                                        <p:cTn id="71" dur="500" fill="hold"/>
                                        <p:tgtEl>
                                          <p:spTgt spid="56"/>
                                        </p:tgtEl>
                                        <p:attrNameLst>
                                          <p:attrName>ppt_w</p:attrName>
                                        </p:attrNameLst>
                                      </p:cBhvr>
                                      <p:tavLst>
                                        <p:tav tm="0">
                                          <p:val>
                                            <p:fltVal val="0"/>
                                          </p:val>
                                        </p:tav>
                                        <p:tav tm="100000">
                                          <p:val>
                                            <p:strVal val="#ppt_w"/>
                                          </p:val>
                                        </p:tav>
                                      </p:tavLst>
                                    </p:anim>
                                    <p:anim calcmode="lin" valueType="num">
                                      <p:cBhvr>
                                        <p:cTn id="72" dur="500" fill="hold"/>
                                        <p:tgtEl>
                                          <p:spTgt spid="56"/>
                                        </p:tgtEl>
                                        <p:attrNameLst>
                                          <p:attrName>ppt_h</p:attrName>
                                        </p:attrNameLst>
                                      </p:cBhvr>
                                      <p:tavLst>
                                        <p:tav tm="0">
                                          <p:val>
                                            <p:fltVal val="0"/>
                                          </p:val>
                                        </p:tav>
                                        <p:tav tm="100000">
                                          <p:val>
                                            <p:strVal val="#ppt_h"/>
                                          </p:val>
                                        </p:tav>
                                      </p:tavLst>
                                    </p:anim>
                                    <p:animEffect transition="in" filter="fade">
                                      <p:cBhvr>
                                        <p:cTn id="73"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5" grpId="0" animBg="1"/>
      <p:bldP spid="36" grpId="0" animBg="1"/>
      <p:bldP spid="37" grpId="0" animBg="1"/>
      <p:bldP spid="39" grpId="0" animBg="1"/>
      <p:bldP spid="40" grpId="0" animBg="1"/>
      <p:bldP spid="41" grpId="0" animBg="1"/>
      <p:bldP spid="43" grpId="0" animBg="1"/>
      <p:bldP spid="44" grpId="0" animBg="1"/>
      <p:bldP spid="4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9" name="组合 18"/>
          <p:cNvGrpSpPr/>
          <p:nvPr/>
        </p:nvGrpSpPr>
        <p:grpSpPr>
          <a:xfrm rot="10800000">
            <a:off x="-598644" y="4863839"/>
            <a:ext cx="2117288" cy="2334478"/>
            <a:chOff x="9664473" y="816338"/>
            <a:chExt cx="3185286" cy="3512032"/>
          </a:xfrm>
        </p:grpSpPr>
        <p:sp>
          <p:nvSpPr>
            <p:cNvPr id="20" name="íṧḻiḋe"/>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1" name="íş1íḍè"/>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grpSp>
      <p:grpSp>
        <p:nvGrpSpPr>
          <p:cNvPr id="22" name="组合 21"/>
          <p:cNvGrpSpPr/>
          <p:nvPr/>
        </p:nvGrpSpPr>
        <p:grpSpPr>
          <a:xfrm rot="10800000">
            <a:off x="9086997" y="-1443802"/>
            <a:ext cx="3204450" cy="4893654"/>
            <a:chOff x="-15240" y="3375944"/>
            <a:chExt cx="3204450" cy="4893654"/>
          </a:xfrm>
        </p:grpSpPr>
        <p:sp>
          <p:nvSpPr>
            <p:cNvPr id="23" name="íSliḑè"/>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5" name="íš1ïḋe"/>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31" name="iṡḻiďè"/>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pic>
        <p:nvPicPr>
          <p:cNvPr id="2" name="图片 1"/>
          <p:cNvPicPr>
            <a:picLocks noChangeAspect="1"/>
          </p:cNvPicPr>
          <p:nvPr/>
        </p:nvPicPr>
        <p:blipFill>
          <a:blip r:embed="rId2">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6649" y="82576"/>
            <a:ext cx="4840377" cy="885151"/>
          </a:xfrm>
          <a:prstGeom prst="rect">
            <a:avLst/>
          </a:prstGeom>
        </p:spPr>
      </p:pic>
      <p:grpSp>
        <p:nvGrpSpPr>
          <p:cNvPr id="13" name="组合 12"/>
          <p:cNvGrpSpPr/>
          <p:nvPr/>
        </p:nvGrpSpPr>
        <p:grpSpPr>
          <a:xfrm>
            <a:off x="1365250" y="1778635"/>
            <a:ext cx="7082155" cy="2487930"/>
            <a:chOff x="2150" y="2801"/>
            <a:chExt cx="11153" cy="3918"/>
          </a:xfrm>
        </p:grpSpPr>
        <p:sp>
          <p:nvSpPr>
            <p:cNvPr id="14" name="iṡḻiďè"/>
            <p:cNvSpPr/>
            <p:nvPr/>
          </p:nvSpPr>
          <p:spPr bwMode="auto">
            <a:xfrm rot="17590292">
              <a:off x="2495" y="3042"/>
              <a:ext cx="3604" cy="3121"/>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sz="1800">
                <a:cs typeface="+mn-ea"/>
                <a:sym typeface="+mn-lt"/>
              </a:endParaRPr>
            </a:p>
          </p:txBody>
        </p:sp>
        <p:grpSp>
          <p:nvGrpSpPr>
            <p:cNvPr id="15" name="组合 14"/>
            <p:cNvGrpSpPr/>
            <p:nvPr/>
          </p:nvGrpSpPr>
          <p:grpSpPr>
            <a:xfrm>
              <a:off x="2150" y="3602"/>
              <a:ext cx="11153" cy="3117"/>
              <a:chOff x="2150" y="3602"/>
              <a:chExt cx="11153" cy="3117"/>
            </a:xfrm>
          </p:grpSpPr>
          <p:sp>
            <p:nvSpPr>
              <p:cNvPr id="16" name="圆角矩形 15"/>
              <p:cNvSpPr/>
              <p:nvPr/>
            </p:nvSpPr>
            <p:spPr>
              <a:xfrm>
                <a:off x="7343" y="4603"/>
                <a:ext cx="5960" cy="1552"/>
              </a:xfrm>
              <a:prstGeom prst="roundRect">
                <a:avLst/>
              </a:prstGeom>
              <a:solidFill>
                <a:schemeClr val="accent1">
                  <a:lumMod val="20000"/>
                  <a:lumOff val="80000"/>
                </a:schemeClr>
              </a:solidFill>
              <a:ln>
                <a:noFill/>
              </a:ln>
              <a:effectLst>
                <a:innerShdw blurRad="63500" dist="50800" dir="189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iṡḻiďè"/>
              <p:cNvSpPr/>
              <p:nvPr/>
            </p:nvSpPr>
            <p:spPr bwMode="auto">
              <a:xfrm rot="17590292">
                <a:off x="3930" y="3810"/>
                <a:ext cx="3117" cy="2700"/>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sz="1800">
                  <a:cs typeface="+mn-ea"/>
                  <a:sym typeface="+mn-lt"/>
                </a:endParaRPr>
              </a:p>
            </p:txBody>
          </p:sp>
          <p:sp>
            <p:nvSpPr>
              <p:cNvPr id="24" name="MH_Others_1"/>
              <p:cNvSpPr txBox="1"/>
              <p:nvPr>
                <p:custDataLst>
                  <p:tags r:id="rId3"/>
                </p:custDataLst>
              </p:nvPr>
            </p:nvSpPr>
            <p:spPr>
              <a:xfrm>
                <a:off x="2150" y="4603"/>
                <a:ext cx="6229" cy="1335"/>
              </a:xfrm>
              <a:prstGeom prst="rect">
                <a:avLst/>
              </a:prstGeom>
              <a:noFill/>
            </p:spPr>
            <p:txBody>
              <a:bodyPr wrap="square" rtlCol="0">
                <a:noAutofit/>
              </a:bodyPr>
              <a:lstStyle/>
              <a:p>
                <a:pPr algn="ctr"/>
                <a:r>
                  <a:rPr lang="en-US" altLang="zh-CN" sz="4400" b="1" dirty="0">
                    <a:solidFill>
                      <a:schemeClr val="bg1"/>
                    </a:solidFill>
                    <a:effectLst>
                      <a:outerShdw blurRad="38100" dist="38100" dir="2700000" algn="tl">
                        <a:srgbClr val="000000">
                          <a:alpha val="43137"/>
                        </a:srgbClr>
                      </a:outerShdw>
                    </a:effectLst>
                    <a:cs typeface="+mn-ea"/>
                    <a:sym typeface="+mn-lt"/>
                  </a:rPr>
                  <a:t>PART 03</a:t>
                </a:r>
                <a:endParaRPr lang="zh-CN" altLang="en-US" sz="4400" b="1" dirty="0">
                  <a:solidFill>
                    <a:schemeClr val="bg1"/>
                  </a:solidFill>
                  <a:effectLst>
                    <a:outerShdw blurRad="38100" dist="38100" dir="2700000" algn="tl">
                      <a:srgbClr val="000000">
                        <a:alpha val="43137"/>
                      </a:srgbClr>
                    </a:outerShdw>
                  </a:effectLst>
                  <a:cs typeface="+mn-ea"/>
                  <a:sym typeface="+mn-lt"/>
                </a:endParaRPr>
              </a:p>
            </p:txBody>
          </p:sp>
          <p:sp>
            <p:nvSpPr>
              <p:cNvPr id="26" name="矩形 25"/>
              <p:cNvSpPr/>
              <p:nvPr/>
            </p:nvSpPr>
            <p:spPr>
              <a:xfrm>
                <a:off x="7892" y="4906"/>
                <a:ext cx="4968" cy="1016"/>
              </a:xfrm>
              <a:prstGeom prst="rect">
                <a:avLst/>
              </a:prstGeom>
            </p:spPr>
            <p:txBody>
              <a:bodyPr wrap="none">
                <a:spAutoFit/>
              </a:bodyPr>
              <a:lstStyle/>
              <a:p>
                <a:r>
                  <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rPr>
                  <a:t>不足之处</a:t>
                </a:r>
                <a:r>
                  <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rPr>
                  <a:t>反思</a:t>
                </a:r>
                <a:endPar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19"/>
          <p:cNvSpPr/>
          <p:nvPr/>
        </p:nvSpPr>
        <p:spPr>
          <a:xfrm rot="5400000" flipH="1">
            <a:off x="4907604" y="-1613863"/>
            <a:ext cx="1460936" cy="7570656"/>
          </a:xfrm>
          <a:prstGeom prst="roundRect">
            <a:avLst>
              <a:gd name="adj" fmla="val 50000"/>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6" name="圆角矩形 20"/>
          <p:cNvSpPr/>
          <p:nvPr/>
        </p:nvSpPr>
        <p:spPr>
          <a:xfrm>
            <a:off x="1933050" y="1494910"/>
            <a:ext cx="1748422" cy="135310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7" name="空心弧 46"/>
          <p:cNvSpPr/>
          <p:nvPr/>
        </p:nvSpPr>
        <p:spPr>
          <a:xfrm rot="5400000" flipH="1">
            <a:off x="7999877" y="1494910"/>
            <a:ext cx="1353108" cy="1353108"/>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8" name="任意多边形 22"/>
          <p:cNvSpPr/>
          <p:nvPr/>
        </p:nvSpPr>
        <p:spPr bwMode="auto">
          <a:xfrm>
            <a:off x="2648708" y="1679047"/>
            <a:ext cx="317106" cy="301192"/>
          </a:xfrm>
          <a:custGeom>
            <a:avLst/>
            <a:gdLst>
              <a:gd name="connsiteX0" fmla="*/ 393307 w 442913"/>
              <a:gd name="connsiteY0" fmla="*/ 42025 h 420687"/>
              <a:gd name="connsiteX1" fmla="*/ 404196 w 442913"/>
              <a:gd name="connsiteY1" fmla="*/ 48258 h 420687"/>
              <a:gd name="connsiteX2" fmla="*/ 411973 w 442913"/>
              <a:gd name="connsiteY2" fmla="*/ 137862 h 420687"/>
              <a:gd name="connsiteX3" fmla="*/ 404196 w 442913"/>
              <a:gd name="connsiteY3" fmla="*/ 142537 h 420687"/>
              <a:gd name="connsiteX4" fmla="*/ 385529 w 442913"/>
              <a:gd name="connsiteY4" fmla="*/ 130849 h 420687"/>
              <a:gd name="connsiteX5" fmla="*/ 371529 w 442913"/>
              <a:gd name="connsiteY5" fmla="*/ 133966 h 420687"/>
              <a:gd name="connsiteX6" fmla="*/ 282086 w 442913"/>
              <a:gd name="connsiteY6" fmla="*/ 267203 h 420687"/>
              <a:gd name="connsiteX7" fmla="*/ 267308 w 442913"/>
              <a:gd name="connsiteY7" fmla="*/ 272658 h 420687"/>
              <a:gd name="connsiteX8" fmla="*/ 167754 w 442913"/>
              <a:gd name="connsiteY8" fmla="*/ 234478 h 420687"/>
              <a:gd name="connsiteX9" fmla="*/ 151421 w 442913"/>
              <a:gd name="connsiteY9" fmla="*/ 239153 h 420687"/>
              <a:gd name="connsiteX10" fmla="*/ 72088 w 442913"/>
              <a:gd name="connsiteY10" fmla="*/ 331874 h 420687"/>
              <a:gd name="connsiteX11" fmla="*/ 65088 w 442913"/>
              <a:gd name="connsiteY11" fmla="*/ 329537 h 420687"/>
              <a:gd name="connsiteX12" fmla="*/ 65088 w 442913"/>
              <a:gd name="connsiteY12" fmla="*/ 267983 h 420687"/>
              <a:gd name="connsiteX13" fmla="*/ 72088 w 442913"/>
              <a:gd name="connsiteY13" fmla="*/ 250062 h 420687"/>
              <a:gd name="connsiteX14" fmla="*/ 133532 w 442913"/>
              <a:gd name="connsiteY14" fmla="*/ 174483 h 420687"/>
              <a:gd name="connsiteX15" fmla="*/ 149865 w 442913"/>
              <a:gd name="connsiteY15" fmla="*/ 170587 h 420687"/>
              <a:gd name="connsiteX16" fmla="*/ 248642 w 442913"/>
              <a:gd name="connsiteY16" fmla="*/ 207987 h 420687"/>
              <a:gd name="connsiteX17" fmla="*/ 264197 w 442913"/>
              <a:gd name="connsiteY17" fmla="*/ 202533 h 420687"/>
              <a:gd name="connsiteX18" fmla="*/ 327196 w 442913"/>
              <a:gd name="connsiteY18" fmla="*/ 106695 h 420687"/>
              <a:gd name="connsiteX19" fmla="*/ 324085 w 442913"/>
              <a:gd name="connsiteY19" fmla="*/ 91891 h 420687"/>
              <a:gd name="connsiteX20" fmla="*/ 308530 w 442913"/>
              <a:gd name="connsiteY20" fmla="*/ 82541 h 420687"/>
              <a:gd name="connsiteX21" fmla="*/ 309308 w 442913"/>
              <a:gd name="connsiteY21" fmla="*/ 73191 h 420687"/>
              <a:gd name="connsiteX22" fmla="*/ 393307 w 442913"/>
              <a:gd name="connsiteY22" fmla="*/ 42025 h 420687"/>
              <a:gd name="connsiteX23" fmla="*/ 16289 w 442913"/>
              <a:gd name="connsiteY23" fmla="*/ 0 h 420687"/>
              <a:gd name="connsiteX24" fmla="*/ 33354 w 442913"/>
              <a:gd name="connsiteY24" fmla="*/ 13971 h 420687"/>
              <a:gd name="connsiteX25" fmla="*/ 33354 w 442913"/>
              <a:gd name="connsiteY25" fmla="*/ 366355 h 420687"/>
              <a:gd name="connsiteX26" fmla="*/ 53522 w 442913"/>
              <a:gd name="connsiteY26" fmla="*/ 386535 h 420687"/>
              <a:gd name="connsiteX27" fmla="*/ 429727 w 442913"/>
              <a:gd name="connsiteY27" fmla="*/ 386535 h 420687"/>
              <a:gd name="connsiteX28" fmla="*/ 442913 w 442913"/>
              <a:gd name="connsiteY28" fmla="*/ 403611 h 420687"/>
              <a:gd name="connsiteX29" fmla="*/ 429727 w 442913"/>
              <a:gd name="connsiteY29" fmla="*/ 420687 h 420687"/>
              <a:gd name="connsiteX30" fmla="*/ 20168 w 442913"/>
              <a:gd name="connsiteY30" fmla="*/ 420687 h 420687"/>
              <a:gd name="connsiteX31" fmla="*/ 0 w 442913"/>
              <a:gd name="connsiteY31" fmla="*/ 399730 h 420687"/>
              <a:gd name="connsiteX32" fmla="*/ 0 w 442913"/>
              <a:gd name="connsiteY32" fmla="*/ 13971 h 420687"/>
              <a:gd name="connsiteX33" fmla="*/ 16289 w 442913"/>
              <a:gd name="connsiteY33" fmla="*/ 0 h 420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42913" h="420687">
                <a:moveTo>
                  <a:pt x="393307" y="42025"/>
                </a:moveTo>
                <a:cubicBezTo>
                  <a:pt x="398751" y="39687"/>
                  <a:pt x="403418" y="42804"/>
                  <a:pt x="404196" y="48258"/>
                </a:cubicBezTo>
                <a:cubicBezTo>
                  <a:pt x="404196" y="48258"/>
                  <a:pt x="404196" y="48258"/>
                  <a:pt x="411973" y="137862"/>
                </a:cubicBezTo>
                <a:cubicBezTo>
                  <a:pt x="412751" y="143316"/>
                  <a:pt x="408862" y="145654"/>
                  <a:pt x="404196" y="142537"/>
                </a:cubicBezTo>
                <a:lnTo>
                  <a:pt x="385529" y="130849"/>
                </a:lnTo>
                <a:cubicBezTo>
                  <a:pt x="380863" y="127733"/>
                  <a:pt x="374640" y="129291"/>
                  <a:pt x="371529" y="133966"/>
                </a:cubicBezTo>
                <a:cubicBezTo>
                  <a:pt x="371529" y="133966"/>
                  <a:pt x="371529" y="133966"/>
                  <a:pt x="282086" y="267203"/>
                </a:cubicBezTo>
                <a:cubicBezTo>
                  <a:pt x="278975" y="271878"/>
                  <a:pt x="271975" y="274216"/>
                  <a:pt x="267308" y="272658"/>
                </a:cubicBezTo>
                <a:cubicBezTo>
                  <a:pt x="267308" y="272658"/>
                  <a:pt x="267308" y="272658"/>
                  <a:pt x="167754" y="234478"/>
                </a:cubicBezTo>
                <a:cubicBezTo>
                  <a:pt x="162309" y="232920"/>
                  <a:pt x="155309" y="234478"/>
                  <a:pt x="151421" y="239153"/>
                </a:cubicBezTo>
                <a:cubicBezTo>
                  <a:pt x="151421" y="239153"/>
                  <a:pt x="151421" y="239153"/>
                  <a:pt x="72088" y="331874"/>
                </a:cubicBezTo>
                <a:cubicBezTo>
                  <a:pt x="68199" y="336549"/>
                  <a:pt x="65088" y="334991"/>
                  <a:pt x="65088" y="329537"/>
                </a:cubicBezTo>
                <a:cubicBezTo>
                  <a:pt x="65088" y="329537"/>
                  <a:pt x="65088" y="329537"/>
                  <a:pt x="65088" y="267983"/>
                </a:cubicBezTo>
                <a:cubicBezTo>
                  <a:pt x="65088" y="262528"/>
                  <a:pt x="68199" y="253958"/>
                  <a:pt x="72088" y="250062"/>
                </a:cubicBezTo>
                <a:cubicBezTo>
                  <a:pt x="72088" y="250062"/>
                  <a:pt x="72088" y="250062"/>
                  <a:pt x="133532" y="174483"/>
                </a:cubicBezTo>
                <a:cubicBezTo>
                  <a:pt x="137421" y="170587"/>
                  <a:pt x="145198" y="168249"/>
                  <a:pt x="149865" y="170587"/>
                </a:cubicBezTo>
                <a:cubicBezTo>
                  <a:pt x="149865" y="170587"/>
                  <a:pt x="149865" y="170587"/>
                  <a:pt x="248642" y="207987"/>
                </a:cubicBezTo>
                <a:cubicBezTo>
                  <a:pt x="254086" y="209545"/>
                  <a:pt x="261086" y="207208"/>
                  <a:pt x="264197" y="202533"/>
                </a:cubicBezTo>
                <a:cubicBezTo>
                  <a:pt x="264197" y="202533"/>
                  <a:pt x="264197" y="202533"/>
                  <a:pt x="327196" y="106695"/>
                </a:cubicBezTo>
                <a:cubicBezTo>
                  <a:pt x="330308" y="101241"/>
                  <a:pt x="328752" y="95008"/>
                  <a:pt x="324085" y="91891"/>
                </a:cubicBezTo>
                <a:cubicBezTo>
                  <a:pt x="324085" y="91891"/>
                  <a:pt x="324085" y="91891"/>
                  <a:pt x="308530" y="82541"/>
                </a:cubicBezTo>
                <a:cubicBezTo>
                  <a:pt x="303863" y="79424"/>
                  <a:pt x="304641" y="75529"/>
                  <a:pt x="309308" y="73191"/>
                </a:cubicBezTo>
                <a:cubicBezTo>
                  <a:pt x="309308" y="73191"/>
                  <a:pt x="309308" y="73191"/>
                  <a:pt x="393307" y="42025"/>
                </a:cubicBezTo>
                <a:close/>
                <a:moveTo>
                  <a:pt x="16289" y="0"/>
                </a:moveTo>
                <a:cubicBezTo>
                  <a:pt x="25597" y="0"/>
                  <a:pt x="33354" y="2328"/>
                  <a:pt x="33354" y="13971"/>
                </a:cubicBezTo>
                <a:cubicBezTo>
                  <a:pt x="33354" y="366355"/>
                  <a:pt x="33354" y="366355"/>
                  <a:pt x="33354" y="366355"/>
                </a:cubicBezTo>
                <a:cubicBezTo>
                  <a:pt x="33354" y="377221"/>
                  <a:pt x="42662" y="386535"/>
                  <a:pt x="53522" y="386535"/>
                </a:cubicBezTo>
                <a:cubicBezTo>
                  <a:pt x="429727" y="386535"/>
                  <a:pt x="429727" y="386535"/>
                  <a:pt x="429727" y="386535"/>
                </a:cubicBezTo>
                <a:cubicBezTo>
                  <a:pt x="440586" y="386535"/>
                  <a:pt x="442913" y="394297"/>
                  <a:pt x="442913" y="403611"/>
                </a:cubicBezTo>
                <a:cubicBezTo>
                  <a:pt x="442913" y="412925"/>
                  <a:pt x="440586" y="420687"/>
                  <a:pt x="429727" y="420687"/>
                </a:cubicBezTo>
                <a:cubicBezTo>
                  <a:pt x="20168" y="420687"/>
                  <a:pt x="20168" y="420687"/>
                  <a:pt x="20168" y="420687"/>
                </a:cubicBezTo>
                <a:cubicBezTo>
                  <a:pt x="9308" y="420687"/>
                  <a:pt x="0" y="410597"/>
                  <a:pt x="0" y="399730"/>
                </a:cubicBezTo>
                <a:cubicBezTo>
                  <a:pt x="0" y="13971"/>
                  <a:pt x="0" y="13971"/>
                  <a:pt x="0" y="13971"/>
                </a:cubicBezTo>
                <a:cubicBezTo>
                  <a:pt x="0" y="2328"/>
                  <a:pt x="6981" y="0"/>
                  <a:pt x="16289" y="0"/>
                </a:cubicBezTo>
                <a:close/>
              </a:path>
            </a:pathLst>
          </a:custGeom>
          <a:solidFill>
            <a:schemeClr val="bg1"/>
          </a:solidFill>
          <a:ln>
            <a:noFill/>
          </a:ln>
        </p:spPr>
        <p:txBody>
          <a:bodyPr vert="horz" wrap="square" lIns="91440" tIns="45720" rIns="91440" bIns="45720" numCol="1" anchor="t" anchorCtr="0" compatLnSpc="1">
            <a:noAutofit/>
          </a:bodyPr>
          <a:lstStyle/>
          <a:p>
            <a:endParaRPr lang="zh-CN" altLang="en-US" dirty="0">
              <a:cs typeface="+mn-ea"/>
              <a:sym typeface="+mn-lt"/>
            </a:endParaRPr>
          </a:p>
        </p:txBody>
      </p:sp>
      <p:sp>
        <p:nvSpPr>
          <p:cNvPr id="49" name="TextBox 13"/>
          <p:cNvSpPr txBox="1"/>
          <p:nvPr/>
        </p:nvSpPr>
        <p:spPr>
          <a:xfrm>
            <a:off x="4102213" y="1961996"/>
            <a:ext cx="3884098" cy="533479"/>
          </a:xfrm>
          <a:prstGeom prst="rect">
            <a:avLst/>
          </a:prstGeom>
          <a:noFill/>
        </p:spPr>
        <p:txBody>
          <a:bodyPr wrap="square" lIns="0" tIns="0" rIns="0" bIns="0" rtlCol="0">
            <a:spAutoFit/>
          </a:bodyPr>
          <a:lstStyle/>
          <a:p>
            <a:pPr algn="ctr">
              <a:lnSpc>
                <a:spcPts val="2200"/>
              </a:lnSpc>
            </a:pPr>
            <a:r>
              <a:rPr lang="zh-CN" altLang="en-US" sz="1300" dirty="0">
                <a:solidFill>
                  <a:schemeClr val="tx1">
                    <a:lumMod val="75000"/>
                    <a:lumOff val="25000"/>
                  </a:schemeClr>
                </a:solidFill>
                <a:cs typeface="+mn-ea"/>
                <a:sym typeface="+mn-lt"/>
              </a:rPr>
              <a:t>点击输入您的文字内容，用简洁的文字进行阐述，详细内容应在演说过程中用语言来表达。</a:t>
            </a:r>
            <a:endParaRPr lang="en-US" altLang="zh-CN" sz="1300" dirty="0">
              <a:solidFill>
                <a:schemeClr val="tx1">
                  <a:lumMod val="75000"/>
                  <a:lumOff val="25000"/>
                </a:schemeClr>
              </a:solidFill>
              <a:cs typeface="+mn-ea"/>
              <a:sym typeface="+mn-lt"/>
            </a:endParaRPr>
          </a:p>
        </p:txBody>
      </p:sp>
      <p:sp>
        <p:nvSpPr>
          <p:cNvPr id="50" name="TextBox 14"/>
          <p:cNvSpPr txBox="1"/>
          <p:nvPr/>
        </p:nvSpPr>
        <p:spPr>
          <a:xfrm>
            <a:off x="2192950" y="2142888"/>
            <a:ext cx="1228622" cy="338554"/>
          </a:xfrm>
          <a:prstGeom prst="rect">
            <a:avLst/>
          </a:prstGeom>
          <a:noFill/>
        </p:spPr>
        <p:txBody>
          <a:bodyPr wrap="square" lIns="0" tIns="0" rIns="0" bIns="0" rtlCol="0">
            <a:spAutoFit/>
          </a:bodyPr>
          <a:lstStyle/>
          <a:p>
            <a:pPr algn="ctr"/>
            <a:r>
              <a:rPr lang="zh-CN" altLang="en-US" sz="2200" b="1" dirty="0">
                <a:solidFill>
                  <a:schemeClr val="bg1"/>
                </a:solidFill>
                <a:cs typeface="+mn-ea"/>
                <a:sym typeface="+mn-lt"/>
              </a:rPr>
              <a:t>输入标题</a:t>
            </a:r>
            <a:endParaRPr lang="zh-CN" altLang="en-US" sz="2200" b="1" dirty="0">
              <a:solidFill>
                <a:schemeClr val="bg1"/>
              </a:solidFill>
              <a:cs typeface="+mn-ea"/>
              <a:sym typeface="+mn-lt"/>
            </a:endParaRPr>
          </a:p>
        </p:txBody>
      </p:sp>
      <p:sp>
        <p:nvSpPr>
          <p:cNvPr id="51" name="圆角矩形 26"/>
          <p:cNvSpPr/>
          <p:nvPr/>
        </p:nvSpPr>
        <p:spPr>
          <a:xfrm rot="16200000">
            <a:off x="5667989" y="56186"/>
            <a:ext cx="1460936" cy="7570660"/>
          </a:xfrm>
          <a:prstGeom prst="roundRect">
            <a:avLst>
              <a:gd name="adj" fmla="val 50000"/>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2" name="圆角矩形 27"/>
          <p:cNvSpPr/>
          <p:nvPr/>
        </p:nvSpPr>
        <p:spPr>
          <a:xfrm>
            <a:off x="8364577" y="3164961"/>
            <a:ext cx="1748422" cy="13531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3" name="空心弧 52"/>
          <p:cNvSpPr/>
          <p:nvPr/>
        </p:nvSpPr>
        <p:spPr>
          <a:xfrm rot="16200000">
            <a:off x="2673141" y="3164961"/>
            <a:ext cx="1353108" cy="1353108"/>
          </a:xfrm>
          <a:prstGeom prst="blockArc">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4" name="任意多边形 29"/>
          <p:cNvSpPr/>
          <p:nvPr/>
        </p:nvSpPr>
        <p:spPr bwMode="auto">
          <a:xfrm>
            <a:off x="9124379" y="3443268"/>
            <a:ext cx="332610" cy="215954"/>
          </a:xfrm>
          <a:custGeom>
            <a:avLst/>
            <a:gdLst>
              <a:gd name="connsiteX0" fmla="*/ 542180 w 547688"/>
              <a:gd name="connsiteY0" fmla="*/ 59519 h 355600"/>
              <a:gd name="connsiteX1" fmla="*/ 543735 w 547688"/>
              <a:gd name="connsiteY1" fmla="*/ 59519 h 355600"/>
              <a:gd name="connsiteX2" fmla="*/ 543735 w 547688"/>
              <a:gd name="connsiteY2" fmla="*/ 60325 h 355600"/>
              <a:gd name="connsiteX3" fmla="*/ 545351 w 547688"/>
              <a:gd name="connsiteY3" fmla="*/ 60325 h 355600"/>
              <a:gd name="connsiteX4" fmla="*/ 546130 w 547688"/>
              <a:gd name="connsiteY4" fmla="*/ 60325 h 355600"/>
              <a:gd name="connsiteX5" fmla="*/ 547688 w 547688"/>
              <a:gd name="connsiteY5" fmla="*/ 62662 h 355600"/>
              <a:gd name="connsiteX6" fmla="*/ 547688 w 547688"/>
              <a:gd name="connsiteY6" fmla="*/ 343885 h 355600"/>
              <a:gd name="connsiteX7" fmla="*/ 542953 w 547688"/>
              <a:gd name="connsiteY7" fmla="*/ 348282 h 355600"/>
              <a:gd name="connsiteX8" fmla="*/ 542277 w 547688"/>
              <a:gd name="connsiteY8" fmla="*/ 352085 h 355600"/>
              <a:gd name="connsiteX9" fmla="*/ 536734 w 547688"/>
              <a:gd name="connsiteY9" fmla="*/ 355600 h 355600"/>
              <a:gd name="connsiteX10" fmla="*/ 14002 w 547688"/>
              <a:gd name="connsiteY10" fmla="*/ 355600 h 355600"/>
              <a:gd name="connsiteX11" fmla="*/ 0 w 547688"/>
              <a:gd name="connsiteY11" fmla="*/ 343882 h 355600"/>
              <a:gd name="connsiteX12" fmla="*/ 0 w 547688"/>
              <a:gd name="connsiteY12" fmla="*/ 62644 h 355600"/>
              <a:gd name="connsiteX13" fmla="*/ 3112 w 547688"/>
              <a:gd name="connsiteY13" fmla="*/ 60301 h 355600"/>
              <a:gd name="connsiteX14" fmla="*/ 7779 w 547688"/>
              <a:gd name="connsiteY14" fmla="*/ 61082 h 355600"/>
              <a:gd name="connsiteX15" fmla="*/ 186522 w 547688"/>
              <a:gd name="connsiteY15" fmla="*/ 194014 h 355600"/>
              <a:gd name="connsiteX16" fmla="*/ 244997 w 547688"/>
              <a:gd name="connsiteY16" fmla="*/ 237502 h 355600"/>
              <a:gd name="connsiteX17" fmla="*/ 274716 w 547688"/>
              <a:gd name="connsiteY17" fmla="*/ 259511 h 355600"/>
              <a:gd name="connsiteX18" fmla="*/ 277702 w 547688"/>
              <a:gd name="connsiteY18" fmla="*/ 259511 h 355600"/>
              <a:gd name="connsiteX19" fmla="*/ 14875 w 547688"/>
              <a:gd name="connsiteY19" fmla="*/ 0 h 355600"/>
              <a:gd name="connsiteX20" fmla="*/ 536799 w 547688"/>
              <a:gd name="connsiteY20" fmla="*/ 0 h 355600"/>
              <a:gd name="connsiteX21" fmla="*/ 547688 w 547688"/>
              <a:gd name="connsiteY21" fmla="*/ 9331 h 355600"/>
              <a:gd name="connsiteX22" fmla="*/ 547688 w 547688"/>
              <a:gd name="connsiteY22" fmla="*/ 13218 h 355600"/>
              <a:gd name="connsiteX23" fmla="*/ 278559 w 547688"/>
              <a:gd name="connsiteY23" fmla="*/ 190500 h 355600"/>
              <a:gd name="connsiteX24" fmla="*/ 277003 w 547688"/>
              <a:gd name="connsiteY24" fmla="*/ 190500 h 355600"/>
              <a:gd name="connsiteX25" fmla="*/ 275448 w 547688"/>
              <a:gd name="connsiteY25" fmla="*/ 190500 h 355600"/>
              <a:gd name="connsiteX26" fmla="*/ 274260 w 547688"/>
              <a:gd name="connsiteY26" fmla="*/ 189726 h 355600"/>
              <a:gd name="connsiteX27" fmla="*/ 273425 w 547688"/>
              <a:gd name="connsiteY27" fmla="*/ 189726 h 355600"/>
              <a:gd name="connsiteX28" fmla="*/ 0 w 547688"/>
              <a:gd name="connsiteY28" fmla="*/ 13976 h 355600"/>
              <a:gd name="connsiteX29" fmla="*/ 0 w 547688"/>
              <a:gd name="connsiteY29" fmla="*/ 9330 h 355600"/>
              <a:gd name="connsiteX30" fmla="*/ 4674 w 547688"/>
              <a:gd name="connsiteY30" fmla="*/ 3427 h 355600"/>
              <a:gd name="connsiteX31" fmla="*/ 12919 w 547688"/>
              <a:gd name="connsiteY31" fmla="*/ 1805 h 3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7688" h="355600">
                <a:moveTo>
                  <a:pt x="542180" y="59519"/>
                </a:moveTo>
                <a:cubicBezTo>
                  <a:pt x="542957" y="59519"/>
                  <a:pt x="542957" y="58738"/>
                  <a:pt x="543735" y="59519"/>
                </a:cubicBezTo>
                <a:lnTo>
                  <a:pt x="543735" y="60325"/>
                </a:lnTo>
                <a:lnTo>
                  <a:pt x="545351" y="60325"/>
                </a:lnTo>
                <a:cubicBezTo>
                  <a:pt x="545351" y="60325"/>
                  <a:pt x="546130" y="60325"/>
                  <a:pt x="546130" y="60325"/>
                </a:cubicBezTo>
                <a:cubicBezTo>
                  <a:pt x="546909" y="61104"/>
                  <a:pt x="547688" y="61883"/>
                  <a:pt x="547688" y="62662"/>
                </a:cubicBezTo>
                <a:cubicBezTo>
                  <a:pt x="547688" y="62662"/>
                  <a:pt x="547688" y="62662"/>
                  <a:pt x="547688" y="343885"/>
                </a:cubicBezTo>
                <a:lnTo>
                  <a:pt x="542953" y="348282"/>
                </a:lnTo>
                <a:lnTo>
                  <a:pt x="542277" y="352085"/>
                </a:lnTo>
                <a:cubicBezTo>
                  <a:pt x="541207" y="354233"/>
                  <a:pt x="539457" y="355600"/>
                  <a:pt x="536734" y="355600"/>
                </a:cubicBezTo>
                <a:cubicBezTo>
                  <a:pt x="536734" y="355600"/>
                  <a:pt x="536734" y="355600"/>
                  <a:pt x="14002" y="355600"/>
                </a:cubicBezTo>
                <a:cubicBezTo>
                  <a:pt x="7779" y="355600"/>
                  <a:pt x="0" y="350132"/>
                  <a:pt x="0" y="343882"/>
                </a:cubicBezTo>
                <a:cubicBezTo>
                  <a:pt x="0" y="343882"/>
                  <a:pt x="0" y="343882"/>
                  <a:pt x="0" y="62644"/>
                </a:cubicBezTo>
                <a:cubicBezTo>
                  <a:pt x="0" y="61863"/>
                  <a:pt x="2334" y="61082"/>
                  <a:pt x="3112" y="60301"/>
                </a:cubicBezTo>
                <a:cubicBezTo>
                  <a:pt x="3889" y="60301"/>
                  <a:pt x="7001" y="60301"/>
                  <a:pt x="7779" y="61082"/>
                </a:cubicBezTo>
                <a:cubicBezTo>
                  <a:pt x="7779" y="61082"/>
                  <a:pt x="7779" y="61082"/>
                  <a:pt x="186522" y="194014"/>
                </a:cubicBezTo>
                <a:lnTo>
                  <a:pt x="244997" y="237502"/>
                </a:lnTo>
                <a:lnTo>
                  <a:pt x="274716" y="259511"/>
                </a:lnTo>
                <a:lnTo>
                  <a:pt x="277702" y="259511"/>
                </a:lnTo>
                <a:close/>
                <a:moveTo>
                  <a:pt x="14875" y="0"/>
                </a:moveTo>
                <a:cubicBezTo>
                  <a:pt x="14875" y="0"/>
                  <a:pt x="14875" y="0"/>
                  <a:pt x="536799" y="0"/>
                </a:cubicBezTo>
                <a:cubicBezTo>
                  <a:pt x="543021" y="0"/>
                  <a:pt x="547688" y="3888"/>
                  <a:pt x="547688" y="9331"/>
                </a:cubicBezTo>
                <a:cubicBezTo>
                  <a:pt x="547688" y="9331"/>
                  <a:pt x="547688" y="9331"/>
                  <a:pt x="547688" y="13218"/>
                </a:cubicBezTo>
                <a:cubicBezTo>
                  <a:pt x="547688" y="13218"/>
                  <a:pt x="547688" y="13218"/>
                  <a:pt x="278559" y="190500"/>
                </a:cubicBezTo>
                <a:cubicBezTo>
                  <a:pt x="277781" y="190500"/>
                  <a:pt x="277003" y="190500"/>
                  <a:pt x="277003" y="190500"/>
                </a:cubicBezTo>
                <a:cubicBezTo>
                  <a:pt x="276226" y="190500"/>
                  <a:pt x="276226" y="190500"/>
                  <a:pt x="275448" y="190500"/>
                </a:cubicBezTo>
                <a:lnTo>
                  <a:pt x="274260" y="189726"/>
                </a:lnTo>
                <a:lnTo>
                  <a:pt x="273425" y="189726"/>
                </a:lnTo>
                <a:cubicBezTo>
                  <a:pt x="273425" y="189726"/>
                  <a:pt x="273425" y="189726"/>
                  <a:pt x="0" y="13976"/>
                </a:cubicBezTo>
                <a:cubicBezTo>
                  <a:pt x="0" y="13976"/>
                  <a:pt x="0" y="13976"/>
                  <a:pt x="0" y="9330"/>
                </a:cubicBezTo>
                <a:cubicBezTo>
                  <a:pt x="0" y="6621"/>
                  <a:pt x="1948" y="4685"/>
                  <a:pt x="4674" y="3427"/>
                </a:cubicBezTo>
                <a:lnTo>
                  <a:pt x="12919" y="1805"/>
                </a:lnTo>
                <a:close/>
              </a:path>
            </a:pathLst>
          </a:custGeom>
          <a:solidFill>
            <a:schemeClr val="bg1"/>
          </a:solidFill>
          <a:ln>
            <a:noFill/>
          </a:ln>
        </p:spPr>
        <p:txBody>
          <a:bodyPr vert="horz" wrap="square" lIns="91440" tIns="45720" rIns="91440" bIns="45720" numCol="1" anchor="t" anchorCtr="0" compatLnSpc="1">
            <a:noAutofit/>
          </a:bodyPr>
          <a:lstStyle/>
          <a:p>
            <a:endParaRPr lang="zh-CN" altLang="en-US" dirty="0">
              <a:cs typeface="+mn-ea"/>
              <a:sym typeface="+mn-lt"/>
            </a:endParaRPr>
          </a:p>
        </p:txBody>
      </p:sp>
      <p:sp>
        <p:nvSpPr>
          <p:cNvPr id="55" name="TextBox 13"/>
          <p:cNvSpPr txBox="1"/>
          <p:nvPr/>
        </p:nvSpPr>
        <p:spPr>
          <a:xfrm>
            <a:off x="3845891" y="3623492"/>
            <a:ext cx="3884098" cy="533479"/>
          </a:xfrm>
          <a:prstGeom prst="rect">
            <a:avLst/>
          </a:prstGeom>
          <a:noFill/>
        </p:spPr>
        <p:txBody>
          <a:bodyPr wrap="square" lIns="0" tIns="0" rIns="0" bIns="0" rtlCol="0">
            <a:spAutoFit/>
          </a:bodyPr>
          <a:lstStyle/>
          <a:p>
            <a:pPr algn="ctr">
              <a:lnSpc>
                <a:spcPts val="2200"/>
              </a:lnSpc>
            </a:pPr>
            <a:r>
              <a:rPr lang="zh-CN" altLang="en-US" sz="1300" dirty="0">
                <a:solidFill>
                  <a:schemeClr val="tx1">
                    <a:lumMod val="75000"/>
                    <a:lumOff val="25000"/>
                  </a:schemeClr>
                </a:solidFill>
                <a:cs typeface="+mn-ea"/>
                <a:sym typeface="+mn-lt"/>
              </a:rPr>
              <a:t>点击输入您的文字内容，用简洁的文字进行阐述，详细内容应在演说过程中用语言来表达。</a:t>
            </a:r>
            <a:endParaRPr lang="en-US" altLang="zh-CN" sz="1300" dirty="0">
              <a:solidFill>
                <a:schemeClr val="tx1">
                  <a:lumMod val="75000"/>
                  <a:lumOff val="25000"/>
                </a:schemeClr>
              </a:solidFill>
              <a:cs typeface="+mn-ea"/>
              <a:sym typeface="+mn-lt"/>
            </a:endParaRPr>
          </a:p>
        </p:txBody>
      </p:sp>
      <p:sp>
        <p:nvSpPr>
          <p:cNvPr id="56" name="TextBox 14"/>
          <p:cNvSpPr txBox="1"/>
          <p:nvPr/>
        </p:nvSpPr>
        <p:spPr>
          <a:xfrm>
            <a:off x="8624876" y="3801387"/>
            <a:ext cx="1228622" cy="338554"/>
          </a:xfrm>
          <a:prstGeom prst="rect">
            <a:avLst/>
          </a:prstGeom>
          <a:noFill/>
        </p:spPr>
        <p:txBody>
          <a:bodyPr wrap="square" lIns="0" tIns="0" rIns="0" bIns="0" rtlCol="0">
            <a:spAutoFit/>
          </a:bodyPr>
          <a:lstStyle/>
          <a:p>
            <a:pPr algn="ctr"/>
            <a:r>
              <a:rPr lang="zh-CN" altLang="en-US" sz="2200" b="1" dirty="0">
                <a:solidFill>
                  <a:schemeClr val="bg1"/>
                </a:solidFill>
                <a:cs typeface="+mn-ea"/>
                <a:sym typeface="+mn-lt"/>
              </a:rPr>
              <a:t>输入标题</a:t>
            </a:r>
            <a:endParaRPr lang="zh-CN" altLang="en-US" sz="2200" b="1" dirty="0">
              <a:solidFill>
                <a:schemeClr val="bg1"/>
              </a:solidFill>
              <a:cs typeface="+mn-ea"/>
              <a:sym typeface="+mn-lt"/>
            </a:endParaRPr>
          </a:p>
        </p:txBody>
      </p:sp>
      <p:sp>
        <p:nvSpPr>
          <p:cNvPr id="57" name="圆角矩形 33"/>
          <p:cNvSpPr/>
          <p:nvPr/>
        </p:nvSpPr>
        <p:spPr>
          <a:xfrm rot="5400000" flipH="1">
            <a:off x="6428374" y="1745290"/>
            <a:ext cx="1460936" cy="7570654"/>
          </a:xfrm>
          <a:prstGeom prst="roundRect">
            <a:avLst>
              <a:gd name="adj" fmla="val 50000"/>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8" name="圆角矩形 34"/>
          <p:cNvSpPr/>
          <p:nvPr/>
        </p:nvSpPr>
        <p:spPr>
          <a:xfrm>
            <a:off x="3441788" y="4854063"/>
            <a:ext cx="1748422" cy="135310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9" name="空心弧 58"/>
          <p:cNvSpPr/>
          <p:nvPr/>
        </p:nvSpPr>
        <p:spPr>
          <a:xfrm rot="5400000" flipH="1">
            <a:off x="9517766" y="4854063"/>
            <a:ext cx="1353108" cy="1353108"/>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0" name="Freeform 11"/>
          <p:cNvSpPr/>
          <p:nvPr/>
        </p:nvSpPr>
        <p:spPr bwMode="auto">
          <a:xfrm>
            <a:off x="4152732" y="5087404"/>
            <a:ext cx="326534" cy="285466"/>
          </a:xfrm>
          <a:custGeom>
            <a:avLst/>
            <a:gdLst>
              <a:gd name="T0" fmla="*/ 562 w 664"/>
              <a:gd name="T1" fmla="*/ 379 h 583"/>
              <a:gd name="T2" fmla="*/ 485 w 664"/>
              <a:gd name="T3" fmla="*/ 414 h 583"/>
              <a:gd name="T4" fmla="*/ 328 w 664"/>
              <a:gd name="T5" fmla="*/ 332 h 583"/>
              <a:gd name="T6" fmla="*/ 338 w 664"/>
              <a:gd name="T7" fmla="*/ 274 h 583"/>
              <a:gd name="T8" fmla="*/ 324 w 664"/>
              <a:gd name="T9" fmla="*/ 208 h 583"/>
              <a:gd name="T10" fmla="*/ 447 w 664"/>
              <a:gd name="T11" fmla="*/ 134 h 583"/>
              <a:gd name="T12" fmla="*/ 495 w 664"/>
              <a:gd name="T13" fmla="*/ 152 h 583"/>
              <a:gd name="T14" fmla="*/ 571 w 664"/>
              <a:gd name="T15" fmla="*/ 76 h 583"/>
              <a:gd name="T16" fmla="*/ 495 w 664"/>
              <a:gd name="T17" fmla="*/ 0 h 583"/>
              <a:gd name="T18" fmla="*/ 419 w 664"/>
              <a:gd name="T19" fmla="*/ 76 h 583"/>
              <a:gd name="T20" fmla="*/ 422 w 664"/>
              <a:gd name="T21" fmla="*/ 95 h 583"/>
              <a:gd name="T22" fmla="*/ 300 w 664"/>
              <a:gd name="T23" fmla="*/ 168 h 583"/>
              <a:gd name="T24" fmla="*/ 169 w 664"/>
              <a:gd name="T25" fmla="*/ 105 h 583"/>
              <a:gd name="T26" fmla="*/ 0 w 664"/>
              <a:gd name="T27" fmla="*/ 274 h 583"/>
              <a:gd name="T28" fmla="*/ 169 w 664"/>
              <a:gd name="T29" fmla="*/ 443 h 583"/>
              <a:gd name="T30" fmla="*/ 306 w 664"/>
              <a:gd name="T31" fmla="*/ 373 h 583"/>
              <a:gd name="T32" fmla="*/ 464 w 664"/>
              <a:gd name="T33" fmla="*/ 456 h 583"/>
              <a:gd name="T34" fmla="*/ 460 w 664"/>
              <a:gd name="T35" fmla="*/ 481 h 583"/>
              <a:gd name="T36" fmla="*/ 562 w 664"/>
              <a:gd name="T37" fmla="*/ 583 h 583"/>
              <a:gd name="T38" fmla="*/ 664 w 664"/>
              <a:gd name="T39" fmla="*/ 481 h 583"/>
              <a:gd name="T40" fmla="*/ 562 w 664"/>
              <a:gd name="T41" fmla="*/ 379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4" h="583">
                <a:moveTo>
                  <a:pt x="562" y="379"/>
                </a:moveTo>
                <a:cubicBezTo>
                  <a:pt x="532" y="379"/>
                  <a:pt x="504" y="393"/>
                  <a:pt x="485" y="414"/>
                </a:cubicBezTo>
                <a:cubicBezTo>
                  <a:pt x="328" y="332"/>
                  <a:pt x="328" y="332"/>
                  <a:pt x="328" y="332"/>
                </a:cubicBezTo>
                <a:cubicBezTo>
                  <a:pt x="334" y="314"/>
                  <a:pt x="338" y="295"/>
                  <a:pt x="338" y="274"/>
                </a:cubicBezTo>
                <a:cubicBezTo>
                  <a:pt x="338" y="251"/>
                  <a:pt x="333" y="229"/>
                  <a:pt x="324" y="208"/>
                </a:cubicBezTo>
                <a:cubicBezTo>
                  <a:pt x="447" y="134"/>
                  <a:pt x="447" y="134"/>
                  <a:pt x="447" y="134"/>
                </a:cubicBezTo>
                <a:cubicBezTo>
                  <a:pt x="460" y="145"/>
                  <a:pt x="477" y="152"/>
                  <a:pt x="495" y="152"/>
                </a:cubicBezTo>
                <a:cubicBezTo>
                  <a:pt x="537" y="152"/>
                  <a:pt x="571" y="118"/>
                  <a:pt x="571" y="76"/>
                </a:cubicBezTo>
                <a:cubicBezTo>
                  <a:pt x="571" y="34"/>
                  <a:pt x="537" y="0"/>
                  <a:pt x="495" y="0"/>
                </a:cubicBezTo>
                <a:cubicBezTo>
                  <a:pt x="453" y="0"/>
                  <a:pt x="419" y="34"/>
                  <a:pt x="419" y="76"/>
                </a:cubicBezTo>
                <a:cubicBezTo>
                  <a:pt x="419" y="83"/>
                  <a:pt x="421" y="89"/>
                  <a:pt x="422" y="95"/>
                </a:cubicBezTo>
                <a:cubicBezTo>
                  <a:pt x="300" y="168"/>
                  <a:pt x="300" y="168"/>
                  <a:pt x="300" y="168"/>
                </a:cubicBezTo>
                <a:cubicBezTo>
                  <a:pt x="269" y="130"/>
                  <a:pt x="222" y="105"/>
                  <a:pt x="169" y="105"/>
                </a:cubicBezTo>
                <a:cubicBezTo>
                  <a:pt x="76" y="105"/>
                  <a:pt x="0" y="181"/>
                  <a:pt x="0" y="274"/>
                </a:cubicBezTo>
                <a:cubicBezTo>
                  <a:pt x="0" y="368"/>
                  <a:pt x="76" y="443"/>
                  <a:pt x="169" y="443"/>
                </a:cubicBezTo>
                <a:cubicBezTo>
                  <a:pt x="225" y="443"/>
                  <a:pt x="275" y="416"/>
                  <a:pt x="306" y="373"/>
                </a:cubicBezTo>
                <a:cubicBezTo>
                  <a:pt x="464" y="456"/>
                  <a:pt x="464" y="456"/>
                  <a:pt x="464" y="456"/>
                </a:cubicBezTo>
                <a:cubicBezTo>
                  <a:pt x="461" y="464"/>
                  <a:pt x="460" y="472"/>
                  <a:pt x="460" y="481"/>
                </a:cubicBezTo>
                <a:cubicBezTo>
                  <a:pt x="460" y="538"/>
                  <a:pt x="506" y="583"/>
                  <a:pt x="562" y="583"/>
                </a:cubicBezTo>
                <a:cubicBezTo>
                  <a:pt x="619" y="583"/>
                  <a:pt x="664" y="538"/>
                  <a:pt x="664" y="481"/>
                </a:cubicBezTo>
                <a:cubicBezTo>
                  <a:pt x="664" y="425"/>
                  <a:pt x="619" y="379"/>
                  <a:pt x="562" y="379"/>
                </a:cubicBezTo>
                <a:close/>
              </a:path>
            </a:pathLst>
          </a:custGeom>
          <a:solidFill>
            <a:schemeClr val="bg1"/>
          </a:solidFill>
          <a:ln>
            <a:noFill/>
          </a:ln>
        </p:spPr>
        <p:txBody>
          <a:bodyPr vert="horz" wrap="square" lIns="91440" tIns="45720" rIns="91440" bIns="45720" numCol="1" anchor="t" anchorCtr="0" compatLnSpc="1"/>
          <a:lstStyle/>
          <a:p>
            <a:endParaRPr lang="zh-CN" altLang="en-US" dirty="0">
              <a:cs typeface="+mn-ea"/>
              <a:sym typeface="+mn-lt"/>
            </a:endParaRPr>
          </a:p>
        </p:txBody>
      </p:sp>
      <p:sp>
        <p:nvSpPr>
          <p:cNvPr id="61" name="TextBox 14"/>
          <p:cNvSpPr txBox="1"/>
          <p:nvPr/>
        </p:nvSpPr>
        <p:spPr>
          <a:xfrm>
            <a:off x="3701688" y="5532502"/>
            <a:ext cx="1228622" cy="338554"/>
          </a:xfrm>
          <a:prstGeom prst="rect">
            <a:avLst/>
          </a:prstGeom>
          <a:noFill/>
        </p:spPr>
        <p:txBody>
          <a:bodyPr wrap="square" lIns="0" tIns="0" rIns="0" bIns="0" rtlCol="0">
            <a:spAutoFit/>
          </a:bodyPr>
          <a:lstStyle/>
          <a:p>
            <a:pPr algn="ctr"/>
            <a:r>
              <a:rPr lang="zh-CN" altLang="en-US" sz="2200" b="1" dirty="0">
                <a:solidFill>
                  <a:schemeClr val="bg1"/>
                </a:solidFill>
                <a:cs typeface="+mn-ea"/>
                <a:sym typeface="+mn-lt"/>
              </a:rPr>
              <a:t>输入标题</a:t>
            </a:r>
            <a:endParaRPr lang="zh-CN" altLang="en-US" sz="2200" b="1" dirty="0">
              <a:solidFill>
                <a:schemeClr val="bg1"/>
              </a:solidFill>
              <a:cs typeface="+mn-ea"/>
              <a:sym typeface="+mn-lt"/>
            </a:endParaRPr>
          </a:p>
        </p:txBody>
      </p:sp>
      <p:sp>
        <p:nvSpPr>
          <p:cNvPr id="62" name="TextBox 13"/>
          <p:cNvSpPr txBox="1"/>
          <p:nvPr/>
        </p:nvSpPr>
        <p:spPr>
          <a:xfrm>
            <a:off x="5606843" y="5276512"/>
            <a:ext cx="3884098" cy="533479"/>
          </a:xfrm>
          <a:prstGeom prst="rect">
            <a:avLst/>
          </a:prstGeom>
          <a:noFill/>
        </p:spPr>
        <p:txBody>
          <a:bodyPr wrap="square" lIns="0" tIns="0" rIns="0" bIns="0" rtlCol="0">
            <a:spAutoFit/>
          </a:bodyPr>
          <a:lstStyle/>
          <a:p>
            <a:pPr algn="ctr">
              <a:lnSpc>
                <a:spcPts val="2200"/>
              </a:lnSpc>
            </a:pPr>
            <a:r>
              <a:rPr lang="zh-CN" altLang="en-US" sz="1300" dirty="0">
                <a:solidFill>
                  <a:schemeClr val="tx1">
                    <a:lumMod val="75000"/>
                    <a:lumOff val="25000"/>
                  </a:schemeClr>
                </a:solidFill>
                <a:cs typeface="+mn-ea"/>
                <a:sym typeface="+mn-lt"/>
              </a:rPr>
              <a:t>点击输入您的文字内容，用简洁的文字进行阐述，详细内容应在演说过程中用语言来表达。</a:t>
            </a:r>
            <a:endParaRPr lang="en-US" altLang="zh-CN" sz="1300" dirty="0">
              <a:solidFill>
                <a:schemeClr val="tx1">
                  <a:lumMod val="75000"/>
                  <a:lumOff val="25000"/>
                </a:schemeClr>
              </a:solidFill>
              <a:cs typeface="+mn-ea"/>
              <a:sym typeface="+mn-lt"/>
            </a:endParaRPr>
          </a:p>
        </p:txBody>
      </p:sp>
      <p:pic>
        <p:nvPicPr>
          <p:cNvPr id="2" name="图片 1"/>
          <p:cNvPicPr>
            <a:picLocks noChangeAspect="1"/>
          </p:cNvPicPr>
          <p:nvPr/>
        </p:nvPicPr>
        <p:blipFill>
          <a:blip r:embed="rId1">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63083"/>
            <a:ext cx="4840377" cy="885151"/>
          </a:xfrm>
          <a:prstGeom prst="rect">
            <a:avLst/>
          </a:prstGeom>
        </p:spPr>
      </p:pic>
      <p:sp>
        <p:nvSpPr>
          <p:cNvPr id="19" name="矩形 18"/>
          <p:cNvSpPr/>
          <p:nvPr/>
        </p:nvSpPr>
        <p:spPr>
          <a:xfrm>
            <a:off x="1010013" y="6007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endParaRPr lang="zh-CN" altLang="en-US" sz="2000" spc="300" dirty="0">
              <a:solidFill>
                <a:schemeClr val="tx2"/>
              </a:solidFill>
              <a:cs typeface="+mn-ea"/>
              <a:sym typeface="+mn-lt"/>
            </a:endParaRPr>
          </a:p>
        </p:txBody>
      </p:sp>
      <p:grpSp>
        <p:nvGrpSpPr>
          <p:cNvPr id="21" name="组合 20"/>
          <p:cNvGrpSpPr/>
          <p:nvPr/>
        </p:nvGrpSpPr>
        <p:grpSpPr>
          <a:xfrm rot="10800000">
            <a:off x="0" y="304408"/>
            <a:ext cx="1010103" cy="857396"/>
            <a:chOff x="-39567" y="0"/>
            <a:chExt cx="1677745" cy="1424104"/>
          </a:xfrm>
        </p:grpSpPr>
        <p:sp>
          <p:nvSpPr>
            <p:cNvPr id="22" name="iṡḻiďè"/>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23" name="iṡḻiďè"/>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500"/>
                                        <p:tgtEl>
                                          <p:spTgt spid="57"/>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fade">
                                      <p:cBhvr>
                                        <p:cTn id="23" dur="500"/>
                                        <p:tgtEl>
                                          <p:spTgt spid="5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500"/>
                                        <p:tgtEl>
                                          <p:spTgt spid="47"/>
                                        </p:tgtEl>
                                      </p:cBhvr>
                                    </p:animEffect>
                                  </p:childTnLst>
                                </p:cTn>
                              </p:par>
                            </p:childTnLst>
                          </p:cTn>
                        </p:par>
                        <p:par>
                          <p:cTn id="27" fill="hold">
                            <p:stCondLst>
                              <p:cond delay="1000"/>
                            </p:stCondLst>
                            <p:childTnLst>
                              <p:par>
                                <p:cTn id="28" presetID="16" presetClass="entr" presetSubtype="21" fill="hold" grpId="0" nodeType="after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barn(inVertical)">
                                      <p:cBhvr>
                                        <p:cTn id="30" dur="1000"/>
                                        <p:tgtEl>
                                          <p:spTgt spid="49"/>
                                        </p:tgtEl>
                                      </p:cBhvr>
                                    </p:animEffect>
                                  </p:childTnLst>
                                </p:cTn>
                              </p:par>
                            </p:childTnLst>
                          </p:cTn>
                        </p:par>
                        <p:par>
                          <p:cTn id="31" fill="hold">
                            <p:stCondLst>
                              <p:cond delay="2000"/>
                            </p:stCondLst>
                            <p:childTnLst>
                              <p:par>
                                <p:cTn id="32" presetID="10" presetClass="entr" presetSubtype="0" fill="hold" grpId="0" nodeType="after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fade">
                                      <p:cBhvr>
                                        <p:cTn id="37" dur="500"/>
                                        <p:tgtEl>
                                          <p:spTgt spid="5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500"/>
                                        <p:tgtEl>
                                          <p:spTgt spid="5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fade">
                                      <p:cBhvr>
                                        <p:cTn id="43" dur="500"/>
                                        <p:tgtEl>
                                          <p:spTgt spid="53"/>
                                        </p:tgtEl>
                                      </p:cBhvr>
                                    </p:animEffect>
                                  </p:childTnLst>
                                </p:cTn>
                              </p:par>
                            </p:childTnLst>
                          </p:cTn>
                        </p:par>
                        <p:par>
                          <p:cTn id="44" fill="hold">
                            <p:stCondLst>
                              <p:cond delay="2500"/>
                            </p:stCondLst>
                            <p:childTnLst>
                              <p:par>
                                <p:cTn id="45" presetID="16" presetClass="entr" presetSubtype="21" fill="hold" grpId="0" nodeType="after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barn(inVertical)">
                                      <p:cBhvr>
                                        <p:cTn id="47" dur="1000"/>
                                        <p:tgtEl>
                                          <p:spTgt spid="55"/>
                                        </p:tgtEl>
                                      </p:cBhvr>
                                    </p:animEffect>
                                  </p:childTnLst>
                                </p:cTn>
                              </p:par>
                            </p:childTnLst>
                          </p:cTn>
                        </p:par>
                        <p:par>
                          <p:cTn id="48" fill="hold">
                            <p:stCondLst>
                              <p:cond delay="3500"/>
                            </p:stCondLst>
                            <p:childTnLst>
                              <p:par>
                                <p:cTn id="49" presetID="10" presetClass="entr" presetSubtype="0" fill="hold" grpId="0" nodeType="after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500"/>
                                        <p:tgtEl>
                                          <p:spTgt spid="5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fade">
                                      <p:cBhvr>
                                        <p:cTn id="54" dur="500"/>
                                        <p:tgtEl>
                                          <p:spTgt spid="6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500"/>
                                        <p:tgtEl>
                                          <p:spTgt spid="6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9"/>
                                        </p:tgtEl>
                                        <p:attrNameLst>
                                          <p:attrName>style.visibility</p:attrName>
                                        </p:attrNameLst>
                                      </p:cBhvr>
                                      <p:to>
                                        <p:strVal val="visible"/>
                                      </p:to>
                                    </p:set>
                                    <p:animEffect transition="in" filter="fade">
                                      <p:cBhvr>
                                        <p:cTn id="60" dur="500"/>
                                        <p:tgtEl>
                                          <p:spTgt spid="59"/>
                                        </p:tgtEl>
                                      </p:cBhvr>
                                    </p:animEffect>
                                  </p:childTnLst>
                                </p:cTn>
                              </p:par>
                            </p:childTnLst>
                          </p:cTn>
                        </p:par>
                        <p:par>
                          <p:cTn id="61" fill="hold">
                            <p:stCondLst>
                              <p:cond delay="4000"/>
                            </p:stCondLst>
                            <p:childTnLst>
                              <p:par>
                                <p:cTn id="62" presetID="16" presetClass="entr" presetSubtype="21" fill="hold" grpId="0" nodeType="after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barn(inVertical)">
                                      <p:cBhvr>
                                        <p:cTn id="64" dur="1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p:bldP spid="50" grpId="0"/>
      <p:bldP spid="51" grpId="0" animBg="1"/>
      <p:bldP spid="52" grpId="0" animBg="1"/>
      <p:bldP spid="53" grpId="0" animBg="1"/>
      <p:bldP spid="54" grpId="0" animBg="1"/>
      <p:bldP spid="55" grpId="0"/>
      <p:bldP spid="56" grpId="0"/>
      <p:bldP spid="57" grpId="0" animBg="1"/>
      <p:bldP spid="58" grpId="0" animBg="1"/>
      <p:bldP spid="59" grpId="0" animBg="1"/>
      <p:bldP spid="60" grpId="0" animBg="1"/>
      <p:bldP spid="61" grpId="0"/>
      <p:bldP spid="6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AutoShape 5"/>
          <p:cNvSpPr/>
          <p:nvPr/>
        </p:nvSpPr>
        <p:spPr bwMode="auto">
          <a:xfrm>
            <a:off x="1219200" y="3061970"/>
            <a:ext cx="2362835" cy="84518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846" y="0"/>
                </a:moveTo>
                <a:lnTo>
                  <a:pt x="2625" y="4984"/>
                </a:lnTo>
                <a:lnTo>
                  <a:pt x="305" y="4984"/>
                </a:lnTo>
                <a:cubicBezTo>
                  <a:pt x="136" y="4984"/>
                  <a:pt x="0" y="5356"/>
                  <a:pt x="0" y="5815"/>
                </a:cubicBezTo>
                <a:lnTo>
                  <a:pt x="0" y="20769"/>
                </a:lnTo>
                <a:cubicBezTo>
                  <a:pt x="0" y="21228"/>
                  <a:pt x="136" y="21599"/>
                  <a:pt x="305" y="21599"/>
                </a:cubicBezTo>
                <a:lnTo>
                  <a:pt x="21294" y="21599"/>
                </a:lnTo>
                <a:cubicBezTo>
                  <a:pt x="21463" y="21599"/>
                  <a:pt x="21599" y="21228"/>
                  <a:pt x="21599" y="20769"/>
                </a:cubicBezTo>
                <a:lnTo>
                  <a:pt x="21599" y="5815"/>
                </a:lnTo>
                <a:cubicBezTo>
                  <a:pt x="21600" y="5356"/>
                  <a:pt x="21463" y="4984"/>
                  <a:pt x="21294" y="4984"/>
                </a:cubicBezTo>
                <a:lnTo>
                  <a:pt x="5068" y="4984"/>
                </a:lnTo>
                <a:lnTo>
                  <a:pt x="3846" y="0"/>
                </a:lnTo>
                <a:close/>
              </a:path>
            </a:pathLst>
          </a:custGeom>
          <a:solidFill>
            <a:schemeClr val="accent1"/>
          </a:solidFill>
          <a:ln>
            <a:noFill/>
          </a:ln>
        </p:spPr>
        <p:txBody>
          <a:bodyPr lIns="0" tIns="0" rIns="0" bIns="0" anchor="ctr"/>
          <a:lstStyle/>
          <a:p>
            <a:endParaRPr lang="zh-CN" altLang="en-US" sz="2000" dirty="0">
              <a:cs typeface="+mn-ea"/>
              <a:sym typeface="+mn-lt"/>
            </a:endParaRPr>
          </a:p>
        </p:txBody>
      </p:sp>
      <p:grpSp>
        <p:nvGrpSpPr>
          <p:cNvPr id="56" name="Group 6"/>
          <p:cNvGrpSpPr/>
          <p:nvPr/>
        </p:nvGrpSpPr>
        <p:grpSpPr bwMode="auto">
          <a:xfrm>
            <a:off x="1167767" y="1974166"/>
            <a:ext cx="910341" cy="910513"/>
            <a:chOff x="0" y="0"/>
            <a:chExt cx="1591420" cy="1591420"/>
          </a:xfrm>
          <a:solidFill>
            <a:srgbClr val="669C78"/>
          </a:solidFill>
        </p:grpSpPr>
        <p:sp>
          <p:nvSpPr>
            <p:cNvPr id="57" name="AutoShape 7"/>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accent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58" name="AutoShape 8"/>
            <p:cNvSpPr/>
            <p:nvPr/>
          </p:nvSpPr>
          <p:spPr bwMode="auto">
            <a:xfrm>
              <a:off x="0" y="547945"/>
              <a:ext cx="1591420" cy="4955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20000"/>
                </a:lnSpc>
              </a:pPr>
              <a:r>
                <a:rPr lang="es-ES" altLang="zh-CN" sz="2000" b="0" dirty="0">
                  <a:solidFill>
                    <a:schemeClr val="bg1"/>
                  </a:solidFill>
                  <a:latin typeface="+mn-lt"/>
                  <a:ea typeface="+mn-ea"/>
                  <a:cs typeface="+mn-ea"/>
                  <a:sym typeface="+mn-lt"/>
                </a:rPr>
                <a:t>20</a:t>
              </a:r>
              <a:r>
                <a:rPr lang="en-US" sz="2000" b="0" dirty="0">
                  <a:solidFill>
                    <a:schemeClr val="bg1"/>
                  </a:solidFill>
                  <a:latin typeface="+mn-lt"/>
                  <a:ea typeface="+mn-ea"/>
                  <a:cs typeface="+mn-ea"/>
                  <a:sym typeface="+mn-lt"/>
                </a:rPr>
                <a:t>20</a:t>
              </a:r>
              <a:endParaRPr lang="en-US" sz="2000" b="0" dirty="0">
                <a:solidFill>
                  <a:schemeClr val="bg1"/>
                </a:solidFill>
                <a:latin typeface="+mn-lt"/>
                <a:ea typeface="+mn-ea"/>
                <a:cs typeface="+mn-ea"/>
                <a:sym typeface="+mn-lt"/>
              </a:endParaRPr>
            </a:p>
          </p:txBody>
        </p:sp>
      </p:grpSp>
      <p:sp>
        <p:nvSpPr>
          <p:cNvPr id="59" name="AutoShape 9"/>
          <p:cNvSpPr/>
          <p:nvPr/>
        </p:nvSpPr>
        <p:spPr bwMode="auto">
          <a:xfrm>
            <a:off x="1717675" y="3490595"/>
            <a:ext cx="1483360" cy="2457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defTabSz="335280" eaLnBrk="1"/>
            <a:r>
              <a:rPr lang="zh-CN" altLang="en-US" sz="1600" b="0" dirty="0">
                <a:latin typeface="+mn-lt"/>
                <a:ea typeface="+mn-ea"/>
                <a:cs typeface="+mn-ea"/>
                <a:sym typeface="+mn-lt"/>
              </a:rPr>
              <a:t>请替换文字内容</a:t>
            </a:r>
            <a:endParaRPr lang="zh-CN" altLang="en-US" sz="1600" b="0" dirty="0">
              <a:latin typeface="+mn-lt"/>
              <a:ea typeface="+mn-ea"/>
              <a:cs typeface="+mn-ea"/>
              <a:sym typeface="+mn-lt"/>
            </a:endParaRPr>
          </a:p>
        </p:txBody>
      </p:sp>
      <p:sp>
        <p:nvSpPr>
          <p:cNvPr id="60" name="AutoShape 10"/>
          <p:cNvSpPr/>
          <p:nvPr/>
        </p:nvSpPr>
        <p:spPr bwMode="auto">
          <a:xfrm>
            <a:off x="3777413" y="3260430"/>
            <a:ext cx="2245777" cy="826044"/>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05" y="0"/>
                </a:moveTo>
                <a:cubicBezTo>
                  <a:pt x="136" y="0"/>
                  <a:pt x="0" y="371"/>
                  <a:pt x="0" y="830"/>
                </a:cubicBezTo>
                <a:lnTo>
                  <a:pt x="0" y="15784"/>
                </a:lnTo>
                <a:cubicBezTo>
                  <a:pt x="0" y="16243"/>
                  <a:pt x="136" y="16615"/>
                  <a:pt x="305" y="16615"/>
                </a:cubicBezTo>
                <a:lnTo>
                  <a:pt x="2627" y="16615"/>
                </a:lnTo>
                <a:lnTo>
                  <a:pt x="3849" y="21599"/>
                </a:lnTo>
                <a:lnTo>
                  <a:pt x="5072" y="16615"/>
                </a:lnTo>
                <a:lnTo>
                  <a:pt x="21294" y="16615"/>
                </a:lnTo>
                <a:cubicBezTo>
                  <a:pt x="21463" y="16615"/>
                  <a:pt x="21599" y="16243"/>
                  <a:pt x="21599" y="15784"/>
                </a:cubicBezTo>
                <a:lnTo>
                  <a:pt x="21599" y="830"/>
                </a:lnTo>
                <a:cubicBezTo>
                  <a:pt x="21600" y="371"/>
                  <a:pt x="21463" y="0"/>
                  <a:pt x="21294" y="0"/>
                </a:cubicBezTo>
                <a:lnTo>
                  <a:pt x="305" y="0"/>
                </a:lnTo>
                <a:close/>
              </a:path>
            </a:pathLst>
          </a:custGeom>
          <a:solidFill>
            <a:schemeClr val="accent2"/>
          </a:solidFill>
          <a:ln>
            <a:noFill/>
          </a:ln>
        </p:spPr>
        <p:txBody>
          <a:bodyPr lIns="0" tIns="0" rIns="0" bIns="0" anchor="ctr"/>
          <a:lstStyle/>
          <a:p>
            <a:endParaRPr lang="zh-CN" altLang="en-US" sz="2000" dirty="0">
              <a:cs typeface="+mn-ea"/>
              <a:sym typeface="+mn-lt"/>
            </a:endParaRPr>
          </a:p>
        </p:txBody>
      </p:sp>
      <p:grpSp>
        <p:nvGrpSpPr>
          <p:cNvPr id="61" name="Group 11"/>
          <p:cNvGrpSpPr/>
          <p:nvPr/>
        </p:nvGrpSpPr>
        <p:grpSpPr bwMode="auto">
          <a:xfrm>
            <a:off x="3799205" y="4357370"/>
            <a:ext cx="955675" cy="956945"/>
            <a:chOff x="0" y="0"/>
            <a:chExt cx="1591420" cy="1591420"/>
          </a:xfrm>
          <a:solidFill>
            <a:srgbClr val="669C78"/>
          </a:solidFill>
        </p:grpSpPr>
        <p:sp>
          <p:nvSpPr>
            <p:cNvPr id="62" name="AutoShape 12"/>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accent2"/>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63" name="AutoShape 13"/>
            <p:cNvSpPr/>
            <p:nvPr/>
          </p:nvSpPr>
          <p:spPr bwMode="auto">
            <a:xfrm>
              <a:off x="0" y="553745"/>
              <a:ext cx="1591420" cy="4839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es-ES" sz="2000" dirty="0">
                  <a:solidFill>
                    <a:schemeClr val="bg1"/>
                  </a:solidFill>
                  <a:cs typeface="+mn-ea"/>
                  <a:sym typeface="+mn-lt"/>
                </a:rPr>
                <a:t>20</a:t>
              </a:r>
              <a:r>
                <a:rPr lang="en-US" sz="2000" dirty="0">
                  <a:solidFill>
                    <a:schemeClr val="bg1"/>
                  </a:solidFill>
                  <a:cs typeface="+mn-ea"/>
                  <a:sym typeface="+mn-lt"/>
                </a:rPr>
                <a:t>21</a:t>
              </a:r>
              <a:endParaRPr lang="en-US" altLang="es-ES" sz="2000" dirty="0">
                <a:solidFill>
                  <a:schemeClr val="bg1"/>
                </a:solidFill>
                <a:cs typeface="+mn-ea"/>
                <a:sym typeface="+mn-lt"/>
              </a:endParaRPr>
            </a:p>
          </p:txBody>
        </p:sp>
      </p:grpSp>
      <p:sp>
        <p:nvSpPr>
          <p:cNvPr id="64" name="AutoShape 14"/>
          <p:cNvSpPr/>
          <p:nvPr/>
        </p:nvSpPr>
        <p:spPr bwMode="auto">
          <a:xfrm>
            <a:off x="4166870" y="3446145"/>
            <a:ext cx="1576070" cy="2457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defTabSz="335280" eaLnBrk="1"/>
            <a:r>
              <a:rPr lang="zh-CN" altLang="en-US" sz="1600" b="0" dirty="0">
                <a:latin typeface="+mn-lt"/>
                <a:ea typeface="+mn-ea"/>
                <a:cs typeface="+mn-ea"/>
                <a:sym typeface="+mn-lt"/>
              </a:rPr>
              <a:t>请替换文字内容</a:t>
            </a:r>
            <a:endParaRPr lang="zh-CN" altLang="en-US" sz="1600" b="0" dirty="0">
              <a:latin typeface="+mn-lt"/>
              <a:ea typeface="+mn-ea"/>
              <a:cs typeface="+mn-ea"/>
              <a:sym typeface="+mn-lt"/>
            </a:endParaRPr>
          </a:p>
        </p:txBody>
      </p:sp>
      <p:sp>
        <p:nvSpPr>
          <p:cNvPr id="65" name="AutoShape 15"/>
          <p:cNvSpPr/>
          <p:nvPr/>
        </p:nvSpPr>
        <p:spPr bwMode="auto">
          <a:xfrm>
            <a:off x="6344920" y="3099435"/>
            <a:ext cx="2250440" cy="805180"/>
          </a:xfrm>
          <a:custGeom>
            <a:avLst/>
            <a:gdLst>
              <a:gd name="T0" fmla="*/ 2243931 w 21600"/>
              <a:gd name="T1" fmla="*/ 825500 h 21600"/>
              <a:gd name="T2" fmla="*/ 2243931 w 21600"/>
              <a:gd name="T3" fmla="*/ 825500 h 21600"/>
              <a:gd name="T4" fmla="*/ 2243931 w 21600"/>
              <a:gd name="T5" fmla="*/ 825500 h 21600"/>
              <a:gd name="T6" fmla="*/ 2243931 w 21600"/>
              <a:gd name="T7" fmla="*/ 8255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846" y="0"/>
                </a:moveTo>
                <a:lnTo>
                  <a:pt x="2625" y="4984"/>
                </a:lnTo>
                <a:lnTo>
                  <a:pt x="305" y="4984"/>
                </a:lnTo>
                <a:cubicBezTo>
                  <a:pt x="136" y="4984"/>
                  <a:pt x="0" y="5356"/>
                  <a:pt x="0" y="5815"/>
                </a:cubicBezTo>
                <a:lnTo>
                  <a:pt x="0" y="20769"/>
                </a:lnTo>
                <a:cubicBezTo>
                  <a:pt x="0" y="21228"/>
                  <a:pt x="136" y="21599"/>
                  <a:pt x="305" y="21599"/>
                </a:cubicBezTo>
                <a:lnTo>
                  <a:pt x="21294" y="21599"/>
                </a:lnTo>
                <a:cubicBezTo>
                  <a:pt x="21463" y="21599"/>
                  <a:pt x="21599" y="21228"/>
                  <a:pt x="21599" y="20769"/>
                </a:cubicBezTo>
                <a:lnTo>
                  <a:pt x="21599" y="5815"/>
                </a:lnTo>
                <a:cubicBezTo>
                  <a:pt x="21600" y="5356"/>
                  <a:pt x="21463" y="4984"/>
                  <a:pt x="21294" y="4984"/>
                </a:cubicBezTo>
                <a:lnTo>
                  <a:pt x="5068" y="4984"/>
                </a:lnTo>
                <a:lnTo>
                  <a:pt x="3846" y="0"/>
                </a:lnTo>
                <a:close/>
              </a:path>
            </a:pathLst>
          </a:custGeom>
          <a:solidFill>
            <a:schemeClr val="accent1"/>
          </a:solidFill>
          <a:ln>
            <a:noFill/>
          </a:ln>
        </p:spPr>
        <p:txBody>
          <a:bodyPr lIns="0" tIns="0" rIns="0" bIns="0" anchor="ctr"/>
          <a:lstStyle/>
          <a:p>
            <a:pPr>
              <a:defRPr/>
            </a:pPr>
            <a:endParaRPr lang="es-ES" sz="2000" dirty="0">
              <a:cs typeface="+mn-ea"/>
              <a:sym typeface="+mn-lt"/>
            </a:endParaRPr>
          </a:p>
        </p:txBody>
      </p:sp>
      <p:grpSp>
        <p:nvGrpSpPr>
          <p:cNvPr id="66" name="Group 16"/>
          <p:cNvGrpSpPr/>
          <p:nvPr/>
        </p:nvGrpSpPr>
        <p:grpSpPr bwMode="auto">
          <a:xfrm>
            <a:off x="6249035" y="1974215"/>
            <a:ext cx="903605" cy="903605"/>
            <a:chOff x="0" y="0"/>
            <a:chExt cx="1591420" cy="1591420"/>
          </a:xfrm>
          <a:solidFill>
            <a:srgbClr val="669C78"/>
          </a:solidFill>
        </p:grpSpPr>
        <p:sp>
          <p:nvSpPr>
            <p:cNvPr id="67" name="AutoShape 17"/>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accent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68" name="AutoShape 18"/>
            <p:cNvSpPr/>
            <p:nvPr/>
          </p:nvSpPr>
          <p:spPr bwMode="auto">
            <a:xfrm>
              <a:off x="0" y="554297"/>
              <a:ext cx="1591420" cy="4828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es-ES" sz="2000" dirty="0">
                  <a:solidFill>
                    <a:schemeClr val="bg1"/>
                  </a:solidFill>
                  <a:cs typeface="+mn-ea"/>
                  <a:sym typeface="+mn-lt"/>
                </a:rPr>
                <a:t>20</a:t>
              </a:r>
              <a:r>
                <a:rPr lang="en-US" sz="2000" dirty="0">
                  <a:solidFill>
                    <a:schemeClr val="bg1"/>
                  </a:solidFill>
                  <a:cs typeface="+mn-ea"/>
                  <a:sym typeface="+mn-lt"/>
                </a:rPr>
                <a:t>22</a:t>
              </a:r>
              <a:endParaRPr lang="en-US" sz="2000" dirty="0">
                <a:solidFill>
                  <a:schemeClr val="bg1"/>
                </a:solidFill>
                <a:cs typeface="+mn-ea"/>
                <a:sym typeface="+mn-lt"/>
              </a:endParaRPr>
            </a:p>
          </p:txBody>
        </p:sp>
      </p:grpSp>
      <p:sp>
        <p:nvSpPr>
          <p:cNvPr id="69" name="AutoShape 19"/>
          <p:cNvSpPr/>
          <p:nvPr/>
        </p:nvSpPr>
        <p:spPr bwMode="auto">
          <a:xfrm>
            <a:off x="6659245" y="3471545"/>
            <a:ext cx="1553845" cy="2457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876300" eaLnBrk="0">
              <a:defRPr sz="2500" b="1">
                <a:solidFill>
                  <a:srgbClr val="FFFFFF"/>
                </a:solidFill>
                <a:latin typeface="Lato" charset="0"/>
                <a:ea typeface="MS PGothic" panose="020B0600070205080204" pitchFamily="34" charset="-128"/>
                <a:sym typeface="Lato" charset="0"/>
              </a:defRPr>
            </a:lvl1pPr>
            <a:lvl2pPr marL="742950" indent="-285750" defTabSz="876300" eaLnBrk="0">
              <a:defRPr sz="2500" b="1">
                <a:solidFill>
                  <a:srgbClr val="FFFFFF"/>
                </a:solidFill>
                <a:latin typeface="Lato" charset="0"/>
                <a:ea typeface="MS PGothic" panose="020B0600070205080204" pitchFamily="34" charset="-128"/>
                <a:sym typeface="Lato" charset="0"/>
              </a:defRPr>
            </a:lvl2pPr>
            <a:lvl3pPr marL="1143000" indent="-228600" defTabSz="876300" eaLnBrk="0">
              <a:defRPr sz="2500" b="1">
                <a:solidFill>
                  <a:srgbClr val="FFFFFF"/>
                </a:solidFill>
                <a:latin typeface="Lato" charset="0"/>
                <a:ea typeface="MS PGothic" panose="020B0600070205080204" pitchFamily="34" charset="-128"/>
                <a:sym typeface="Lato" charset="0"/>
              </a:defRPr>
            </a:lvl3pPr>
            <a:lvl4pPr marL="1600200" indent="-228600" defTabSz="876300" eaLnBrk="0">
              <a:defRPr sz="2500" b="1">
                <a:solidFill>
                  <a:srgbClr val="FFFFFF"/>
                </a:solidFill>
                <a:latin typeface="Lato" charset="0"/>
                <a:ea typeface="MS PGothic" panose="020B0600070205080204" pitchFamily="34" charset="-128"/>
                <a:sym typeface="Lato" charset="0"/>
              </a:defRPr>
            </a:lvl4pPr>
            <a:lvl5pPr marL="2057400" indent="-228600" defTabSz="876300" eaLnBrk="0">
              <a:defRPr sz="2500" b="1">
                <a:solidFill>
                  <a:srgbClr val="FFFFFF"/>
                </a:solidFill>
                <a:latin typeface="Lato" charset="0"/>
                <a:ea typeface="MS PGothic" panose="020B0600070205080204" pitchFamily="34" charset="-128"/>
                <a:sym typeface="Lato" charset="0"/>
              </a:defRPr>
            </a:lvl5pPr>
            <a:lvl6pPr marL="25146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763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lnSpc>
                <a:spcPct val="100000"/>
              </a:lnSpc>
            </a:pPr>
            <a:r>
              <a:rPr lang="zh-CN" altLang="en-US" sz="1600" b="0" dirty="0">
                <a:latin typeface="+mn-lt"/>
                <a:ea typeface="+mn-ea"/>
                <a:cs typeface="+mn-ea"/>
                <a:sym typeface="+mn-lt"/>
              </a:rPr>
              <a:t>请替换文字内容</a:t>
            </a:r>
            <a:endParaRPr lang="zh-CN" altLang="en-US" sz="1600" b="0" dirty="0">
              <a:latin typeface="+mn-lt"/>
              <a:ea typeface="+mn-ea"/>
              <a:cs typeface="+mn-ea"/>
              <a:sym typeface="+mn-lt"/>
            </a:endParaRPr>
          </a:p>
        </p:txBody>
      </p:sp>
      <p:sp>
        <p:nvSpPr>
          <p:cNvPr id="70" name="AutoShape 20"/>
          <p:cNvSpPr/>
          <p:nvPr/>
        </p:nvSpPr>
        <p:spPr bwMode="auto">
          <a:xfrm>
            <a:off x="8996055" y="3284146"/>
            <a:ext cx="2248016" cy="826867"/>
          </a:xfrm>
          <a:custGeom>
            <a:avLst/>
            <a:gdLst>
              <a:gd name="T0" fmla="*/ 2244725 w 21600"/>
              <a:gd name="T1" fmla="*/ 825500 h 21600"/>
              <a:gd name="T2" fmla="*/ 2244725 w 21600"/>
              <a:gd name="T3" fmla="*/ 825500 h 21600"/>
              <a:gd name="T4" fmla="*/ 2244725 w 21600"/>
              <a:gd name="T5" fmla="*/ 825500 h 21600"/>
              <a:gd name="T6" fmla="*/ 2244725 w 21600"/>
              <a:gd name="T7" fmla="*/ 8255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05" y="0"/>
                </a:moveTo>
                <a:cubicBezTo>
                  <a:pt x="136" y="0"/>
                  <a:pt x="0" y="371"/>
                  <a:pt x="0" y="830"/>
                </a:cubicBezTo>
                <a:lnTo>
                  <a:pt x="0" y="15784"/>
                </a:lnTo>
                <a:cubicBezTo>
                  <a:pt x="0" y="16243"/>
                  <a:pt x="136" y="16615"/>
                  <a:pt x="305" y="16615"/>
                </a:cubicBezTo>
                <a:lnTo>
                  <a:pt x="2627" y="16615"/>
                </a:lnTo>
                <a:lnTo>
                  <a:pt x="3849" y="21599"/>
                </a:lnTo>
                <a:lnTo>
                  <a:pt x="5072" y="16615"/>
                </a:lnTo>
                <a:lnTo>
                  <a:pt x="21294" y="16615"/>
                </a:lnTo>
                <a:cubicBezTo>
                  <a:pt x="21463" y="16615"/>
                  <a:pt x="21599" y="16243"/>
                  <a:pt x="21599" y="15784"/>
                </a:cubicBezTo>
                <a:lnTo>
                  <a:pt x="21599" y="830"/>
                </a:lnTo>
                <a:cubicBezTo>
                  <a:pt x="21600" y="371"/>
                  <a:pt x="21463" y="0"/>
                  <a:pt x="21294" y="0"/>
                </a:cubicBezTo>
                <a:lnTo>
                  <a:pt x="305" y="0"/>
                </a:lnTo>
                <a:close/>
              </a:path>
            </a:pathLst>
          </a:custGeom>
          <a:solidFill>
            <a:schemeClr val="accent2"/>
          </a:solidFill>
          <a:ln>
            <a:noFill/>
          </a:ln>
        </p:spPr>
        <p:txBody>
          <a:bodyPr lIns="0" tIns="0" rIns="0" bIns="0" anchor="ctr"/>
          <a:lstStyle/>
          <a:p>
            <a:pPr>
              <a:defRPr/>
            </a:pPr>
            <a:endParaRPr lang="es-ES" sz="2000" dirty="0">
              <a:cs typeface="+mn-ea"/>
              <a:sym typeface="+mn-lt"/>
            </a:endParaRPr>
          </a:p>
        </p:txBody>
      </p:sp>
      <p:grpSp>
        <p:nvGrpSpPr>
          <p:cNvPr id="71" name="Group 21"/>
          <p:cNvGrpSpPr/>
          <p:nvPr/>
        </p:nvGrpSpPr>
        <p:grpSpPr bwMode="auto">
          <a:xfrm>
            <a:off x="8964930" y="4357370"/>
            <a:ext cx="955675" cy="957580"/>
            <a:chOff x="0" y="0"/>
            <a:chExt cx="1591420" cy="1591420"/>
          </a:xfrm>
          <a:solidFill>
            <a:srgbClr val="669C78"/>
          </a:solidFill>
        </p:grpSpPr>
        <p:sp>
          <p:nvSpPr>
            <p:cNvPr id="72" name="AutoShape 22"/>
            <p:cNvSpPr/>
            <p:nvPr/>
          </p:nvSpPr>
          <p:spPr bwMode="auto">
            <a:xfrm>
              <a:off x="0" y="0"/>
              <a:ext cx="1591420" cy="1591420"/>
            </a:xfrm>
            <a:custGeom>
              <a:avLst/>
              <a:gdLst>
                <a:gd name="T0" fmla="*/ 795670 w 19679"/>
                <a:gd name="T1" fmla="*/ 873385 h 19679"/>
                <a:gd name="T2" fmla="*/ 795670 w 19679"/>
                <a:gd name="T3" fmla="*/ 873385 h 19679"/>
                <a:gd name="T4" fmla="*/ 795670 w 19679"/>
                <a:gd name="T5" fmla="*/ 873385 h 19679"/>
                <a:gd name="T6" fmla="*/ 795670 w 19679"/>
                <a:gd name="T7" fmla="*/ 87338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accent2"/>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gn="ctr"/>
              <a:endParaRPr lang="zh-CN" altLang="en-US" sz="2000" dirty="0">
                <a:solidFill>
                  <a:schemeClr val="bg1"/>
                </a:solidFill>
                <a:cs typeface="+mn-ea"/>
                <a:sym typeface="+mn-lt"/>
              </a:endParaRPr>
            </a:p>
          </p:txBody>
        </p:sp>
        <p:sp>
          <p:nvSpPr>
            <p:cNvPr id="73" name="AutoShape 23"/>
            <p:cNvSpPr/>
            <p:nvPr/>
          </p:nvSpPr>
          <p:spPr bwMode="auto">
            <a:xfrm>
              <a:off x="0" y="553745"/>
              <a:ext cx="1591420" cy="4839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6788" tIns="26788" rIns="26788" bIns="26788" anchor="ctr"/>
            <a:lstStyle/>
            <a:p>
              <a:pPr algn="ctr">
                <a:lnSpc>
                  <a:spcPct val="120000"/>
                </a:lnSpc>
                <a:defRPr/>
              </a:pPr>
              <a:r>
                <a:rPr lang="en-US" sz="2000" dirty="0">
                  <a:solidFill>
                    <a:schemeClr val="bg1"/>
                  </a:solidFill>
                  <a:cs typeface="+mn-ea"/>
                  <a:sym typeface="+mn-lt"/>
                </a:rPr>
                <a:t>2023</a:t>
              </a:r>
              <a:endParaRPr lang="en-US" altLang="es-ES" sz="2000" dirty="0">
                <a:solidFill>
                  <a:schemeClr val="bg1"/>
                </a:solidFill>
                <a:cs typeface="+mn-ea"/>
                <a:sym typeface="+mn-lt"/>
              </a:endParaRPr>
            </a:p>
          </p:txBody>
        </p:sp>
      </p:grpSp>
      <p:sp>
        <p:nvSpPr>
          <p:cNvPr id="74" name="AutoShape 24"/>
          <p:cNvSpPr/>
          <p:nvPr/>
        </p:nvSpPr>
        <p:spPr bwMode="auto">
          <a:xfrm>
            <a:off x="9360535" y="3458210"/>
            <a:ext cx="1671320" cy="24574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defTabSz="335280" eaLnBrk="1"/>
            <a:r>
              <a:rPr lang="zh-CN" altLang="en-US" sz="1600" b="0" dirty="0">
                <a:latin typeface="+mn-lt"/>
                <a:ea typeface="+mn-ea"/>
                <a:cs typeface="+mn-ea"/>
                <a:sym typeface="+mn-lt"/>
              </a:rPr>
              <a:t>请替换文字内容</a:t>
            </a:r>
            <a:endParaRPr lang="zh-CN" altLang="en-US" sz="1600" b="0" dirty="0">
              <a:latin typeface="+mn-lt"/>
              <a:ea typeface="+mn-ea"/>
              <a:cs typeface="+mn-ea"/>
              <a:sym typeface="+mn-lt"/>
            </a:endParaRPr>
          </a:p>
        </p:txBody>
      </p:sp>
      <p:sp>
        <p:nvSpPr>
          <p:cNvPr id="75" name="AutoShape 25"/>
          <p:cNvSpPr/>
          <p:nvPr/>
        </p:nvSpPr>
        <p:spPr bwMode="auto">
          <a:xfrm>
            <a:off x="1219200" y="4144010"/>
            <a:ext cx="1520825" cy="215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1400" b="0" dirty="0">
                <a:solidFill>
                  <a:schemeClr val="tx1">
                    <a:lumMod val="65000"/>
                    <a:lumOff val="35000"/>
                  </a:schemeClr>
                </a:solidFill>
                <a:latin typeface="+mn-lt"/>
                <a:ea typeface="+mn-ea"/>
                <a:cs typeface="+mn-ea"/>
                <a:sym typeface="+mn-lt"/>
              </a:rPr>
              <a:t>请替换文字内容</a:t>
            </a:r>
            <a:endParaRPr lang="zh-CN" altLang="en-US" sz="1400" b="0" dirty="0">
              <a:solidFill>
                <a:schemeClr val="tx1">
                  <a:lumMod val="65000"/>
                  <a:lumOff val="35000"/>
                </a:schemeClr>
              </a:solidFill>
              <a:latin typeface="+mn-lt"/>
              <a:ea typeface="+mn-ea"/>
              <a:cs typeface="+mn-ea"/>
              <a:sym typeface="+mn-lt"/>
            </a:endParaRPr>
          </a:p>
        </p:txBody>
      </p:sp>
      <p:sp>
        <p:nvSpPr>
          <p:cNvPr id="76" name="AutoShape 26"/>
          <p:cNvSpPr/>
          <p:nvPr/>
        </p:nvSpPr>
        <p:spPr bwMode="auto">
          <a:xfrm>
            <a:off x="1230630" y="4342765"/>
            <a:ext cx="2285365" cy="798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nSpc>
                <a:spcPct val="150000"/>
              </a:lnSpc>
            </a:pPr>
            <a:r>
              <a:rPr lang="zh-CN" altLang="en-US" sz="1200" b="0" dirty="0">
                <a:solidFill>
                  <a:schemeClr val="tx1">
                    <a:lumMod val="65000"/>
                    <a:lumOff val="35000"/>
                  </a:schemeClr>
                </a:solidFill>
                <a:latin typeface="+mn-lt"/>
                <a:ea typeface="+mn-ea"/>
                <a:cs typeface="+mn-ea"/>
                <a:sym typeface="+mn-lt"/>
              </a:rPr>
              <a:t>这里输入您的文字这里输入您的文字这里输入您的文字这里输入您的文字这里输入您这里输入您</a:t>
            </a:r>
            <a:endParaRPr lang="zh-CN" altLang="en-US" sz="1200" b="0" dirty="0">
              <a:solidFill>
                <a:schemeClr val="tx1">
                  <a:lumMod val="65000"/>
                  <a:lumOff val="35000"/>
                </a:schemeClr>
              </a:solidFill>
              <a:latin typeface="+mn-lt"/>
              <a:ea typeface="+mn-ea"/>
              <a:cs typeface="+mn-ea"/>
              <a:sym typeface="+mn-lt"/>
            </a:endParaRPr>
          </a:p>
        </p:txBody>
      </p:sp>
      <p:sp>
        <p:nvSpPr>
          <p:cNvPr id="77" name="AutoShape 27"/>
          <p:cNvSpPr/>
          <p:nvPr/>
        </p:nvSpPr>
        <p:spPr bwMode="auto">
          <a:xfrm>
            <a:off x="3829685" y="2196465"/>
            <a:ext cx="1253490" cy="215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1400" b="0" dirty="0">
                <a:solidFill>
                  <a:schemeClr val="tx1">
                    <a:lumMod val="65000"/>
                    <a:lumOff val="35000"/>
                  </a:schemeClr>
                </a:solidFill>
                <a:latin typeface="+mn-lt"/>
                <a:ea typeface="+mn-ea"/>
                <a:cs typeface="+mn-ea"/>
                <a:sym typeface="+mn-lt"/>
              </a:rPr>
              <a:t>请替换文字内容</a:t>
            </a:r>
            <a:endParaRPr lang="zh-CN" altLang="en-US" sz="1400" b="0" dirty="0">
              <a:solidFill>
                <a:schemeClr val="tx1">
                  <a:lumMod val="65000"/>
                  <a:lumOff val="35000"/>
                </a:schemeClr>
              </a:solidFill>
              <a:latin typeface="+mn-lt"/>
              <a:ea typeface="+mn-ea"/>
              <a:cs typeface="+mn-ea"/>
              <a:sym typeface="+mn-lt"/>
            </a:endParaRPr>
          </a:p>
        </p:txBody>
      </p:sp>
      <p:sp>
        <p:nvSpPr>
          <p:cNvPr id="78" name="AutoShape 28"/>
          <p:cNvSpPr/>
          <p:nvPr/>
        </p:nvSpPr>
        <p:spPr bwMode="auto">
          <a:xfrm>
            <a:off x="3841115" y="2370455"/>
            <a:ext cx="2266950" cy="798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nSpc>
                <a:spcPct val="150000"/>
              </a:lnSpc>
            </a:pPr>
            <a:r>
              <a:rPr lang="zh-CN" altLang="en-US" sz="1200" b="0" dirty="0">
                <a:solidFill>
                  <a:schemeClr val="tx1">
                    <a:lumMod val="65000"/>
                    <a:lumOff val="35000"/>
                  </a:schemeClr>
                </a:solidFill>
                <a:latin typeface="+mn-lt"/>
                <a:ea typeface="+mn-ea"/>
                <a:cs typeface="+mn-ea"/>
                <a:sym typeface="+mn-lt"/>
              </a:rPr>
              <a:t>这里输入您的文字这里输入您的文字这里输入您的文字这里输入您的文字这里输入您这里输入您</a:t>
            </a:r>
            <a:endParaRPr lang="zh-CN" altLang="en-US" sz="1200" b="0" dirty="0">
              <a:solidFill>
                <a:schemeClr val="tx1">
                  <a:lumMod val="65000"/>
                  <a:lumOff val="35000"/>
                </a:schemeClr>
              </a:solidFill>
              <a:latin typeface="+mn-lt"/>
              <a:ea typeface="+mn-ea"/>
              <a:cs typeface="+mn-ea"/>
              <a:sym typeface="+mn-lt"/>
            </a:endParaRPr>
          </a:p>
        </p:txBody>
      </p:sp>
      <p:sp>
        <p:nvSpPr>
          <p:cNvPr id="79" name="AutoShape 29"/>
          <p:cNvSpPr/>
          <p:nvPr/>
        </p:nvSpPr>
        <p:spPr bwMode="auto">
          <a:xfrm>
            <a:off x="6350635" y="4061460"/>
            <a:ext cx="1359535" cy="215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r>
              <a:rPr lang="zh-CN" altLang="en-US" sz="1400" b="0" dirty="0">
                <a:solidFill>
                  <a:schemeClr val="tx1">
                    <a:lumMod val="65000"/>
                    <a:lumOff val="35000"/>
                  </a:schemeClr>
                </a:solidFill>
                <a:latin typeface="+mn-lt"/>
                <a:ea typeface="+mn-ea"/>
                <a:cs typeface="+mn-ea"/>
                <a:sym typeface="+mn-lt"/>
              </a:rPr>
              <a:t>请替换文字内容</a:t>
            </a:r>
            <a:endParaRPr lang="zh-CN" altLang="en-US" sz="1400" b="0" dirty="0">
              <a:solidFill>
                <a:schemeClr val="tx1">
                  <a:lumMod val="65000"/>
                  <a:lumOff val="35000"/>
                </a:schemeClr>
              </a:solidFill>
              <a:latin typeface="+mn-lt"/>
              <a:ea typeface="+mn-ea"/>
              <a:cs typeface="+mn-ea"/>
              <a:sym typeface="+mn-lt"/>
            </a:endParaRPr>
          </a:p>
        </p:txBody>
      </p:sp>
      <p:sp>
        <p:nvSpPr>
          <p:cNvPr id="80" name="AutoShape 30"/>
          <p:cNvSpPr/>
          <p:nvPr/>
        </p:nvSpPr>
        <p:spPr bwMode="auto">
          <a:xfrm>
            <a:off x="6362065" y="4295775"/>
            <a:ext cx="2169795" cy="798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nSpc>
                <a:spcPct val="150000"/>
              </a:lnSpc>
            </a:pPr>
            <a:r>
              <a:rPr lang="zh-CN" altLang="en-US" sz="1200" b="0" dirty="0">
                <a:solidFill>
                  <a:schemeClr val="tx1">
                    <a:lumMod val="65000"/>
                    <a:lumOff val="35000"/>
                  </a:schemeClr>
                </a:solidFill>
                <a:latin typeface="+mn-lt"/>
                <a:ea typeface="+mn-ea"/>
                <a:cs typeface="+mn-ea"/>
                <a:sym typeface="+mn-lt"/>
              </a:rPr>
              <a:t>这里输入您的文字这里输入您的文字这里输入您的文字这里输入您的文字这里输入您这里输入您</a:t>
            </a:r>
            <a:endParaRPr lang="zh-CN" altLang="en-US" sz="1200" b="0" dirty="0">
              <a:solidFill>
                <a:schemeClr val="tx1">
                  <a:lumMod val="65000"/>
                  <a:lumOff val="35000"/>
                </a:schemeClr>
              </a:solidFill>
              <a:latin typeface="+mn-lt"/>
              <a:ea typeface="+mn-ea"/>
              <a:cs typeface="+mn-ea"/>
              <a:sym typeface="+mn-lt"/>
            </a:endParaRPr>
          </a:p>
        </p:txBody>
      </p:sp>
      <p:sp>
        <p:nvSpPr>
          <p:cNvPr id="81" name="AutoShape 31"/>
          <p:cNvSpPr/>
          <p:nvPr/>
        </p:nvSpPr>
        <p:spPr bwMode="auto">
          <a:xfrm>
            <a:off x="9053195" y="2202815"/>
            <a:ext cx="1591945" cy="215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l" eaLnBrk="1"/>
            <a:r>
              <a:rPr lang="zh-CN" altLang="en-US" sz="1400" b="0" dirty="0">
                <a:solidFill>
                  <a:schemeClr val="tx1">
                    <a:lumMod val="65000"/>
                    <a:lumOff val="35000"/>
                  </a:schemeClr>
                </a:solidFill>
                <a:latin typeface="+mn-lt"/>
                <a:ea typeface="+mn-ea"/>
                <a:cs typeface="+mn-ea"/>
                <a:sym typeface="+mn-lt"/>
              </a:rPr>
              <a:t>请替换文字内容</a:t>
            </a:r>
            <a:endParaRPr lang="zh-CN" altLang="en-US" sz="1400" b="0" dirty="0">
              <a:solidFill>
                <a:schemeClr val="tx1">
                  <a:lumMod val="65000"/>
                  <a:lumOff val="35000"/>
                </a:schemeClr>
              </a:solidFill>
              <a:latin typeface="+mn-lt"/>
              <a:ea typeface="+mn-ea"/>
              <a:cs typeface="+mn-ea"/>
              <a:sym typeface="+mn-lt"/>
            </a:endParaRPr>
          </a:p>
        </p:txBody>
      </p:sp>
      <p:sp>
        <p:nvSpPr>
          <p:cNvPr id="82" name="AutoShape 32"/>
          <p:cNvSpPr/>
          <p:nvPr/>
        </p:nvSpPr>
        <p:spPr bwMode="auto">
          <a:xfrm>
            <a:off x="9056370" y="2411095"/>
            <a:ext cx="2346960" cy="798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0" tIns="0" rIns="0" bIns="0" anchor="t" anchorCtr="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nSpc>
                <a:spcPct val="150000"/>
              </a:lnSpc>
            </a:pPr>
            <a:r>
              <a:rPr lang="zh-CN" altLang="en-US" sz="1200" b="0" dirty="0">
                <a:solidFill>
                  <a:schemeClr val="tx1">
                    <a:lumMod val="65000"/>
                    <a:lumOff val="35000"/>
                  </a:schemeClr>
                </a:solidFill>
                <a:latin typeface="+mn-lt"/>
                <a:ea typeface="+mn-ea"/>
                <a:cs typeface="+mn-ea"/>
                <a:sym typeface="+mn-lt"/>
              </a:rPr>
              <a:t>这里输入您的文字这里输入您的文字这里输入您的文字这里输入您的文字这里输入您这里输入您</a:t>
            </a:r>
            <a:endParaRPr lang="zh-CN" altLang="en-US" sz="1200" b="0" dirty="0">
              <a:solidFill>
                <a:schemeClr val="tx1">
                  <a:lumMod val="65000"/>
                  <a:lumOff val="35000"/>
                </a:schemeClr>
              </a:solidFill>
              <a:latin typeface="+mn-lt"/>
              <a:ea typeface="+mn-ea"/>
              <a:cs typeface="+mn-ea"/>
              <a:sym typeface="+mn-lt"/>
            </a:endParaRPr>
          </a:p>
        </p:txBody>
      </p:sp>
      <p:pic>
        <p:nvPicPr>
          <p:cNvPr id="2" name="图片 1"/>
          <p:cNvPicPr>
            <a:picLocks noChangeAspect="1"/>
          </p:cNvPicPr>
          <p:nvPr/>
        </p:nvPicPr>
        <p:blipFill>
          <a:blip r:embed="rId1">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70340"/>
            <a:ext cx="4840377" cy="885151"/>
          </a:xfrm>
          <a:prstGeom prst="rect">
            <a:avLst/>
          </a:prstGeom>
        </p:spPr>
      </p:pic>
      <p:sp>
        <p:nvSpPr>
          <p:cNvPr id="19" name="矩形 18"/>
          <p:cNvSpPr/>
          <p:nvPr/>
        </p:nvSpPr>
        <p:spPr>
          <a:xfrm>
            <a:off x="1010013" y="6007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endParaRPr lang="zh-CN" altLang="en-US" sz="2000" spc="300" dirty="0">
              <a:solidFill>
                <a:schemeClr val="tx2"/>
              </a:solidFill>
              <a:cs typeface="+mn-ea"/>
              <a:sym typeface="+mn-lt"/>
            </a:endParaRPr>
          </a:p>
        </p:txBody>
      </p:sp>
      <p:grpSp>
        <p:nvGrpSpPr>
          <p:cNvPr id="21" name="组合 20"/>
          <p:cNvGrpSpPr/>
          <p:nvPr/>
        </p:nvGrpSpPr>
        <p:grpSpPr>
          <a:xfrm rot="10800000">
            <a:off x="0" y="304408"/>
            <a:ext cx="1010103" cy="857396"/>
            <a:chOff x="-39567" y="0"/>
            <a:chExt cx="1677745" cy="1424104"/>
          </a:xfrm>
        </p:grpSpPr>
        <p:sp>
          <p:nvSpPr>
            <p:cNvPr id="22" name="iṡḻiďè"/>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23" name="iṡḻiďè"/>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53" presetClass="entr" presetSubtype="16" fill="hold" nodeType="withEffect">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cBhvr>
                                        <p:cTn id="12" dur="500" fill="hold"/>
                                        <p:tgtEl>
                                          <p:spTgt spid="56"/>
                                        </p:tgtEl>
                                        <p:attrNameLst>
                                          <p:attrName>ppt_w</p:attrName>
                                        </p:attrNameLst>
                                      </p:cBhvr>
                                      <p:tavLst>
                                        <p:tav tm="0">
                                          <p:val>
                                            <p:fltVal val="0"/>
                                          </p:val>
                                        </p:tav>
                                        <p:tav tm="100000">
                                          <p:val>
                                            <p:strVal val="#ppt_w"/>
                                          </p:val>
                                        </p:tav>
                                      </p:tavLst>
                                    </p:anim>
                                    <p:anim calcmode="lin" valueType="num">
                                      <p:cBhvr>
                                        <p:cTn id="13" dur="500" fill="hold"/>
                                        <p:tgtEl>
                                          <p:spTgt spid="56"/>
                                        </p:tgtEl>
                                        <p:attrNameLst>
                                          <p:attrName>ppt_h</p:attrName>
                                        </p:attrNameLst>
                                      </p:cBhvr>
                                      <p:tavLst>
                                        <p:tav tm="0">
                                          <p:val>
                                            <p:fltVal val="0"/>
                                          </p:val>
                                        </p:tav>
                                        <p:tav tm="100000">
                                          <p:val>
                                            <p:strVal val="#ppt_h"/>
                                          </p:val>
                                        </p:tav>
                                      </p:tavLst>
                                    </p:anim>
                                    <p:animEffect transition="in" filter="fade">
                                      <p:cBhvr>
                                        <p:cTn id="14" dur="500"/>
                                        <p:tgtEl>
                                          <p:spTgt spid="5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 calcmode="lin" valueType="num">
                                      <p:cBhvr>
                                        <p:cTn id="17" dur="500" fill="hold"/>
                                        <p:tgtEl>
                                          <p:spTgt spid="59"/>
                                        </p:tgtEl>
                                        <p:attrNameLst>
                                          <p:attrName>ppt_w</p:attrName>
                                        </p:attrNameLst>
                                      </p:cBhvr>
                                      <p:tavLst>
                                        <p:tav tm="0">
                                          <p:val>
                                            <p:fltVal val="0"/>
                                          </p:val>
                                        </p:tav>
                                        <p:tav tm="100000">
                                          <p:val>
                                            <p:strVal val="#ppt_w"/>
                                          </p:val>
                                        </p:tav>
                                      </p:tavLst>
                                    </p:anim>
                                    <p:anim calcmode="lin" valueType="num">
                                      <p:cBhvr>
                                        <p:cTn id="18" dur="500" fill="hold"/>
                                        <p:tgtEl>
                                          <p:spTgt spid="59"/>
                                        </p:tgtEl>
                                        <p:attrNameLst>
                                          <p:attrName>ppt_h</p:attrName>
                                        </p:attrNameLst>
                                      </p:cBhvr>
                                      <p:tavLst>
                                        <p:tav tm="0">
                                          <p:val>
                                            <p:fltVal val="0"/>
                                          </p:val>
                                        </p:tav>
                                        <p:tav tm="100000">
                                          <p:val>
                                            <p:strVal val="#ppt_h"/>
                                          </p:val>
                                        </p:tav>
                                      </p:tavLst>
                                    </p:anim>
                                    <p:animEffect transition="in" filter="fade">
                                      <p:cBhvr>
                                        <p:cTn id="19" dur="500"/>
                                        <p:tgtEl>
                                          <p:spTgt spid="5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0"/>
                                        </p:tgtEl>
                                        <p:attrNameLst>
                                          <p:attrName>style.visibility</p:attrName>
                                        </p:attrNameLst>
                                      </p:cBhvr>
                                      <p:to>
                                        <p:strVal val="visible"/>
                                      </p:to>
                                    </p:set>
                                    <p:anim calcmode="lin" valueType="num">
                                      <p:cBhvr>
                                        <p:cTn id="22" dur="500" fill="hold"/>
                                        <p:tgtEl>
                                          <p:spTgt spid="60"/>
                                        </p:tgtEl>
                                        <p:attrNameLst>
                                          <p:attrName>ppt_w</p:attrName>
                                        </p:attrNameLst>
                                      </p:cBhvr>
                                      <p:tavLst>
                                        <p:tav tm="0">
                                          <p:val>
                                            <p:fltVal val="0"/>
                                          </p:val>
                                        </p:tav>
                                        <p:tav tm="100000">
                                          <p:val>
                                            <p:strVal val="#ppt_w"/>
                                          </p:val>
                                        </p:tav>
                                      </p:tavLst>
                                    </p:anim>
                                    <p:anim calcmode="lin" valueType="num">
                                      <p:cBhvr>
                                        <p:cTn id="23" dur="500" fill="hold"/>
                                        <p:tgtEl>
                                          <p:spTgt spid="60"/>
                                        </p:tgtEl>
                                        <p:attrNameLst>
                                          <p:attrName>ppt_h</p:attrName>
                                        </p:attrNameLst>
                                      </p:cBhvr>
                                      <p:tavLst>
                                        <p:tav tm="0">
                                          <p:val>
                                            <p:fltVal val="0"/>
                                          </p:val>
                                        </p:tav>
                                        <p:tav tm="100000">
                                          <p:val>
                                            <p:strVal val="#ppt_h"/>
                                          </p:val>
                                        </p:tav>
                                      </p:tavLst>
                                    </p:anim>
                                    <p:animEffect transition="in" filter="fade">
                                      <p:cBhvr>
                                        <p:cTn id="24" dur="500"/>
                                        <p:tgtEl>
                                          <p:spTgt spid="60"/>
                                        </p:tgtEl>
                                      </p:cBhvr>
                                    </p:animEffect>
                                  </p:childTnLst>
                                </p:cTn>
                              </p:par>
                              <p:par>
                                <p:cTn id="25" presetID="53" presetClass="entr" presetSubtype="16"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anim calcmode="lin" valueType="num">
                                      <p:cBhvr>
                                        <p:cTn id="27" dur="500" fill="hold"/>
                                        <p:tgtEl>
                                          <p:spTgt spid="61"/>
                                        </p:tgtEl>
                                        <p:attrNameLst>
                                          <p:attrName>ppt_w</p:attrName>
                                        </p:attrNameLst>
                                      </p:cBhvr>
                                      <p:tavLst>
                                        <p:tav tm="0">
                                          <p:val>
                                            <p:fltVal val="0"/>
                                          </p:val>
                                        </p:tav>
                                        <p:tav tm="100000">
                                          <p:val>
                                            <p:strVal val="#ppt_w"/>
                                          </p:val>
                                        </p:tav>
                                      </p:tavLst>
                                    </p:anim>
                                    <p:anim calcmode="lin" valueType="num">
                                      <p:cBhvr>
                                        <p:cTn id="28" dur="500" fill="hold"/>
                                        <p:tgtEl>
                                          <p:spTgt spid="61"/>
                                        </p:tgtEl>
                                        <p:attrNameLst>
                                          <p:attrName>ppt_h</p:attrName>
                                        </p:attrNameLst>
                                      </p:cBhvr>
                                      <p:tavLst>
                                        <p:tav tm="0">
                                          <p:val>
                                            <p:fltVal val="0"/>
                                          </p:val>
                                        </p:tav>
                                        <p:tav tm="100000">
                                          <p:val>
                                            <p:strVal val="#ppt_h"/>
                                          </p:val>
                                        </p:tav>
                                      </p:tavLst>
                                    </p:anim>
                                    <p:animEffect transition="in" filter="fade">
                                      <p:cBhvr>
                                        <p:cTn id="29" dur="500"/>
                                        <p:tgtEl>
                                          <p:spTgt spid="6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4"/>
                                        </p:tgtEl>
                                        <p:attrNameLst>
                                          <p:attrName>style.visibility</p:attrName>
                                        </p:attrNameLst>
                                      </p:cBhvr>
                                      <p:to>
                                        <p:strVal val="visible"/>
                                      </p:to>
                                    </p:set>
                                    <p:anim calcmode="lin" valueType="num">
                                      <p:cBhvr>
                                        <p:cTn id="32" dur="500" fill="hold"/>
                                        <p:tgtEl>
                                          <p:spTgt spid="64"/>
                                        </p:tgtEl>
                                        <p:attrNameLst>
                                          <p:attrName>ppt_w</p:attrName>
                                        </p:attrNameLst>
                                      </p:cBhvr>
                                      <p:tavLst>
                                        <p:tav tm="0">
                                          <p:val>
                                            <p:fltVal val="0"/>
                                          </p:val>
                                        </p:tav>
                                        <p:tav tm="100000">
                                          <p:val>
                                            <p:strVal val="#ppt_w"/>
                                          </p:val>
                                        </p:tav>
                                      </p:tavLst>
                                    </p:anim>
                                    <p:anim calcmode="lin" valueType="num">
                                      <p:cBhvr>
                                        <p:cTn id="33" dur="500" fill="hold"/>
                                        <p:tgtEl>
                                          <p:spTgt spid="64"/>
                                        </p:tgtEl>
                                        <p:attrNameLst>
                                          <p:attrName>ppt_h</p:attrName>
                                        </p:attrNameLst>
                                      </p:cBhvr>
                                      <p:tavLst>
                                        <p:tav tm="0">
                                          <p:val>
                                            <p:fltVal val="0"/>
                                          </p:val>
                                        </p:tav>
                                        <p:tav tm="100000">
                                          <p:val>
                                            <p:strVal val="#ppt_h"/>
                                          </p:val>
                                        </p:tav>
                                      </p:tavLst>
                                    </p:anim>
                                    <p:animEffect transition="in" filter="fade">
                                      <p:cBhvr>
                                        <p:cTn id="34" dur="500"/>
                                        <p:tgtEl>
                                          <p:spTgt spid="6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anim calcmode="lin" valueType="num">
                                      <p:cBhvr>
                                        <p:cTn id="37" dur="500" fill="hold"/>
                                        <p:tgtEl>
                                          <p:spTgt spid="65"/>
                                        </p:tgtEl>
                                        <p:attrNameLst>
                                          <p:attrName>ppt_w</p:attrName>
                                        </p:attrNameLst>
                                      </p:cBhvr>
                                      <p:tavLst>
                                        <p:tav tm="0">
                                          <p:val>
                                            <p:fltVal val="0"/>
                                          </p:val>
                                        </p:tav>
                                        <p:tav tm="100000">
                                          <p:val>
                                            <p:strVal val="#ppt_w"/>
                                          </p:val>
                                        </p:tav>
                                      </p:tavLst>
                                    </p:anim>
                                    <p:anim calcmode="lin" valueType="num">
                                      <p:cBhvr>
                                        <p:cTn id="38" dur="500" fill="hold"/>
                                        <p:tgtEl>
                                          <p:spTgt spid="65"/>
                                        </p:tgtEl>
                                        <p:attrNameLst>
                                          <p:attrName>ppt_h</p:attrName>
                                        </p:attrNameLst>
                                      </p:cBhvr>
                                      <p:tavLst>
                                        <p:tav tm="0">
                                          <p:val>
                                            <p:fltVal val="0"/>
                                          </p:val>
                                        </p:tav>
                                        <p:tav tm="100000">
                                          <p:val>
                                            <p:strVal val="#ppt_h"/>
                                          </p:val>
                                        </p:tav>
                                      </p:tavLst>
                                    </p:anim>
                                    <p:animEffect transition="in" filter="fade">
                                      <p:cBhvr>
                                        <p:cTn id="39" dur="500"/>
                                        <p:tgtEl>
                                          <p:spTgt spid="65"/>
                                        </p:tgtEl>
                                      </p:cBhvr>
                                    </p:animEffect>
                                  </p:childTnLst>
                                </p:cTn>
                              </p:par>
                              <p:par>
                                <p:cTn id="40" presetID="53" presetClass="entr" presetSubtype="16" fill="hold" nodeType="withEffect">
                                  <p:stCondLst>
                                    <p:cond delay="0"/>
                                  </p:stCondLst>
                                  <p:childTnLst>
                                    <p:set>
                                      <p:cBhvr>
                                        <p:cTn id="41" dur="1" fill="hold">
                                          <p:stCondLst>
                                            <p:cond delay="0"/>
                                          </p:stCondLst>
                                        </p:cTn>
                                        <p:tgtEl>
                                          <p:spTgt spid="66"/>
                                        </p:tgtEl>
                                        <p:attrNameLst>
                                          <p:attrName>style.visibility</p:attrName>
                                        </p:attrNameLst>
                                      </p:cBhvr>
                                      <p:to>
                                        <p:strVal val="visible"/>
                                      </p:to>
                                    </p:set>
                                    <p:anim calcmode="lin" valueType="num">
                                      <p:cBhvr>
                                        <p:cTn id="42" dur="500" fill="hold"/>
                                        <p:tgtEl>
                                          <p:spTgt spid="66"/>
                                        </p:tgtEl>
                                        <p:attrNameLst>
                                          <p:attrName>ppt_w</p:attrName>
                                        </p:attrNameLst>
                                      </p:cBhvr>
                                      <p:tavLst>
                                        <p:tav tm="0">
                                          <p:val>
                                            <p:fltVal val="0"/>
                                          </p:val>
                                        </p:tav>
                                        <p:tav tm="100000">
                                          <p:val>
                                            <p:strVal val="#ppt_w"/>
                                          </p:val>
                                        </p:tav>
                                      </p:tavLst>
                                    </p:anim>
                                    <p:anim calcmode="lin" valueType="num">
                                      <p:cBhvr>
                                        <p:cTn id="43" dur="500" fill="hold"/>
                                        <p:tgtEl>
                                          <p:spTgt spid="66"/>
                                        </p:tgtEl>
                                        <p:attrNameLst>
                                          <p:attrName>ppt_h</p:attrName>
                                        </p:attrNameLst>
                                      </p:cBhvr>
                                      <p:tavLst>
                                        <p:tav tm="0">
                                          <p:val>
                                            <p:fltVal val="0"/>
                                          </p:val>
                                        </p:tav>
                                        <p:tav tm="100000">
                                          <p:val>
                                            <p:strVal val="#ppt_h"/>
                                          </p:val>
                                        </p:tav>
                                      </p:tavLst>
                                    </p:anim>
                                    <p:animEffect transition="in" filter="fade">
                                      <p:cBhvr>
                                        <p:cTn id="44" dur="500"/>
                                        <p:tgtEl>
                                          <p:spTgt spid="6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anim calcmode="lin" valueType="num">
                                      <p:cBhvr>
                                        <p:cTn id="47" dur="500" fill="hold"/>
                                        <p:tgtEl>
                                          <p:spTgt spid="69"/>
                                        </p:tgtEl>
                                        <p:attrNameLst>
                                          <p:attrName>ppt_w</p:attrName>
                                        </p:attrNameLst>
                                      </p:cBhvr>
                                      <p:tavLst>
                                        <p:tav tm="0">
                                          <p:val>
                                            <p:fltVal val="0"/>
                                          </p:val>
                                        </p:tav>
                                        <p:tav tm="100000">
                                          <p:val>
                                            <p:strVal val="#ppt_w"/>
                                          </p:val>
                                        </p:tav>
                                      </p:tavLst>
                                    </p:anim>
                                    <p:anim calcmode="lin" valueType="num">
                                      <p:cBhvr>
                                        <p:cTn id="48" dur="500" fill="hold"/>
                                        <p:tgtEl>
                                          <p:spTgt spid="69"/>
                                        </p:tgtEl>
                                        <p:attrNameLst>
                                          <p:attrName>ppt_h</p:attrName>
                                        </p:attrNameLst>
                                      </p:cBhvr>
                                      <p:tavLst>
                                        <p:tav tm="0">
                                          <p:val>
                                            <p:fltVal val="0"/>
                                          </p:val>
                                        </p:tav>
                                        <p:tav tm="100000">
                                          <p:val>
                                            <p:strVal val="#ppt_h"/>
                                          </p:val>
                                        </p:tav>
                                      </p:tavLst>
                                    </p:anim>
                                    <p:animEffect transition="in" filter="fade">
                                      <p:cBhvr>
                                        <p:cTn id="49" dur="500"/>
                                        <p:tgtEl>
                                          <p:spTgt spid="69"/>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70"/>
                                        </p:tgtEl>
                                        <p:attrNameLst>
                                          <p:attrName>style.visibility</p:attrName>
                                        </p:attrNameLst>
                                      </p:cBhvr>
                                      <p:to>
                                        <p:strVal val="visible"/>
                                      </p:to>
                                    </p:set>
                                    <p:anim calcmode="lin" valueType="num">
                                      <p:cBhvr>
                                        <p:cTn id="52" dur="500" fill="hold"/>
                                        <p:tgtEl>
                                          <p:spTgt spid="70"/>
                                        </p:tgtEl>
                                        <p:attrNameLst>
                                          <p:attrName>ppt_w</p:attrName>
                                        </p:attrNameLst>
                                      </p:cBhvr>
                                      <p:tavLst>
                                        <p:tav tm="0">
                                          <p:val>
                                            <p:fltVal val="0"/>
                                          </p:val>
                                        </p:tav>
                                        <p:tav tm="100000">
                                          <p:val>
                                            <p:strVal val="#ppt_w"/>
                                          </p:val>
                                        </p:tav>
                                      </p:tavLst>
                                    </p:anim>
                                    <p:anim calcmode="lin" valueType="num">
                                      <p:cBhvr>
                                        <p:cTn id="53" dur="500" fill="hold"/>
                                        <p:tgtEl>
                                          <p:spTgt spid="70"/>
                                        </p:tgtEl>
                                        <p:attrNameLst>
                                          <p:attrName>ppt_h</p:attrName>
                                        </p:attrNameLst>
                                      </p:cBhvr>
                                      <p:tavLst>
                                        <p:tav tm="0">
                                          <p:val>
                                            <p:fltVal val="0"/>
                                          </p:val>
                                        </p:tav>
                                        <p:tav tm="100000">
                                          <p:val>
                                            <p:strVal val="#ppt_h"/>
                                          </p:val>
                                        </p:tav>
                                      </p:tavLst>
                                    </p:anim>
                                    <p:animEffect transition="in" filter="fade">
                                      <p:cBhvr>
                                        <p:cTn id="54" dur="500"/>
                                        <p:tgtEl>
                                          <p:spTgt spid="70"/>
                                        </p:tgtEl>
                                      </p:cBhvr>
                                    </p:animEffect>
                                  </p:childTnLst>
                                </p:cTn>
                              </p:par>
                              <p:par>
                                <p:cTn id="55" presetID="53" presetClass="entr" presetSubtype="16" fill="hold" nodeType="withEffect">
                                  <p:stCondLst>
                                    <p:cond delay="0"/>
                                  </p:stCondLst>
                                  <p:childTnLst>
                                    <p:set>
                                      <p:cBhvr>
                                        <p:cTn id="56" dur="1" fill="hold">
                                          <p:stCondLst>
                                            <p:cond delay="0"/>
                                          </p:stCondLst>
                                        </p:cTn>
                                        <p:tgtEl>
                                          <p:spTgt spid="71"/>
                                        </p:tgtEl>
                                        <p:attrNameLst>
                                          <p:attrName>style.visibility</p:attrName>
                                        </p:attrNameLst>
                                      </p:cBhvr>
                                      <p:to>
                                        <p:strVal val="visible"/>
                                      </p:to>
                                    </p:set>
                                    <p:anim calcmode="lin" valueType="num">
                                      <p:cBhvr>
                                        <p:cTn id="57" dur="500" fill="hold"/>
                                        <p:tgtEl>
                                          <p:spTgt spid="71"/>
                                        </p:tgtEl>
                                        <p:attrNameLst>
                                          <p:attrName>ppt_w</p:attrName>
                                        </p:attrNameLst>
                                      </p:cBhvr>
                                      <p:tavLst>
                                        <p:tav tm="0">
                                          <p:val>
                                            <p:fltVal val="0"/>
                                          </p:val>
                                        </p:tav>
                                        <p:tav tm="100000">
                                          <p:val>
                                            <p:strVal val="#ppt_w"/>
                                          </p:val>
                                        </p:tav>
                                      </p:tavLst>
                                    </p:anim>
                                    <p:anim calcmode="lin" valueType="num">
                                      <p:cBhvr>
                                        <p:cTn id="58" dur="500" fill="hold"/>
                                        <p:tgtEl>
                                          <p:spTgt spid="71"/>
                                        </p:tgtEl>
                                        <p:attrNameLst>
                                          <p:attrName>ppt_h</p:attrName>
                                        </p:attrNameLst>
                                      </p:cBhvr>
                                      <p:tavLst>
                                        <p:tav tm="0">
                                          <p:val>
                                            <p:fltVal val="0"/>
                                          </p:val>
                                        </p:tav>
                                        <p:tav tm="100000">
                                          <p:val>
                                            <p:strVal val="#ppt_h"/>
                                          </p:val>
                                        </p:tav>
                                      </p:tavLst>
                                    </p:anim>
                                    <p:animEffect transition="in" filter="fade">
                                      <p:cBhvr>
                                        <p:cTn id="59" dur="500"/>
                                        <p:tgtEl>
                                          <p:spTgt spid="71"/>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4"/>
                                        </p:tgtEl>
                                        <p:attrNameLst>
                                          <p:attrName>style.visibility</p:attrName>
                                        </p:attrNameLst>
                                      </p:cBhvr>
                                      <p:to>
                                        <p:strVal val="visible"/>
                                      </p:to>
                                    </p:set>
                                    <p:anim calcmode="lin" valueType="num">
                                      <p:cBhvr>
                                        <p:cTn id="62" dur="500" fill="hold"/>
                                        <p:tgtEl>
                                          <p:spTgt spid="74"/>
                                        </p:tgtEl>
                                        <p:attrNameLst>
                                          <p:attrName>ppt_w</p:attrName>
                                        </p:attrNameLst>
                                      </p:cBhvr>
                                      <p:tavLst>
                                        <p:tav tm="0">
                                          <p:val>
                                            <p:fltVal val="0"/>
                                          </p:val>
                                        </p:tav>
                                        <p:tav tm="100000">
                                          <p:val>
                                            <p:strVal val="#ppt_w"/>
                                          </p:val>
                                        </p:tav>
                                      </p:tavLst>
                                    </p:anim>
                                    <p:anim calcmode="lin" valueType="num">
                                      <p:cBhvr>
                                        <p:cTn id="63" dur="500" fill="hold"/>
                                        <p:tgtEl>
                                          <p:spTgt spid="74"/>
                                        </p:tgtEl>
                                        <p:attrNameLst>
                                          <p:attrName>ppt_h</p:attrName>
                                        </p:attrNameLst>
                                      </p:cBhvr>
                                      <p:tavLst>
                                        <p:tav tm="0">
                                          <p:val>
                                            <p:fltVal val="0"/>
                                          </p:val>
                                        </p:tav>
                                        <p:tav tm="100000">
                                          <p:val>
                                            <p:strVal val="#ppt_h"/>
                                          </p:val>
                                        </p:tav>
                                      </p:tavLst>
                                    </p:anim>
                                    <p:animEffect transition="in" filter="fade">
                                      <p:cBhvr>
                                        <p:cTn id="64" dur="500"/>
                                        <p:tgtEl>
                                          <p:spTgt spid="74"/>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75"/>
                                        </p:tgtEl>
                                        <p:attrNameLst>
                                          <p:attrName>style.visibility</p:attrName>
                                        </p:attrNameLst>
                                      </p:cBhvr>
                                      <p:to>
                                        <p:strVal val="visible"/>
                                      </p:to>
                                    </p:set>
                                    <p:anim calcmode="lin" valueType="num">
                                      <p:cBhvr>
                                        <p:cTn id="67" dur="500" fill="hold"/>
                                        <p:tgtEl>
                                          <p:spTgt spid="75"/>
                                        </p:tgtEl>
                                        <p:attrNameLst>
                                          <p:attrName>ppt_w</p:attrName>
                                        </p:attrNameLst>
                                      </p:cBhvr>
                                      <p:tavLst>
                                        <p:tav tm="0">
                                          <p:val>
                                            <p:fltVal val="0"/>
                                          </p:val>
                                        </p:tav>
                                        <p:tav tm="100000">
                                          <p:val>
                                            <p:strVal val="#ppt_w"/>
                                          </p:val>
                                        </p:tav>
                                      </p:tavLst>
                                    </p:anim>
                                    <p:anim calcmode="lin" valueType="num">
                                      <p:cBhvr>
                                        <p:cTn id="68" dur="500" fill="hold"/>
                                        <p:tgtEl>
                                          <p:spTgt spid="75"/>
                                        </p:tgtEl>
                                        <p:attrNameLst>
                                          <p:attrName>ppt_h</p:attrName>
                                        </p:attrNameLst>
                                      </p:cBhvr>
                                      <p:tavLst>
                                        <p:tav tm="0">
                                          <p:val>
                                            <p:fltVal val="0"/>
                                          </p:val>
                                        </p:tav>
                                        <p:tav tm="100000">
                                          <p:val>
                                            <p:strVal val="#ppt_h"/>
                                          </p:val>
                                        </p:tav>
                                      </p:tavLst>
                                    </p:anim>
                                    <p:animEffect transition="in" filter="fade">
                                      <p:cBhvr>
                                        <p:cTn id="69" dur="500"/>
                                        <p:tgtEl>
                                          <p:spTgt spid="75"/>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76"/>
                                        </p:tgtEl>
                                        <p:attrNameLst>
                                          <p:attrName>style.visibility</p:attrName>
                                        </p:attrNameLst>
                                      </p:cBhvr>
                                      <p:to>
                                        <p:strVal val="visible"/>
                                      </p:to>
                                    </p:set>
                                    <p:anim calcmode="lin" valueType="num">
                                      <p:cBhvr>
                                        <p:cTn id="72" dur="500" fill="hold"/>
                                        <p:tgtEl>
                                          <p:spTgt spid="76"/>
                                        </p:tgtEl>
                                        <p:attrNameLst>
                                          <p:attrName>ppt_w</p:attrName>
                                        </p:attrNameLst>
                                      </p:cBhvr>
                                      <p:tavLst>
                                        <p:tav tm="0">
                                          <p:val>
                                            <p:fltVal val="0"/>
                                          </p:val>
                                        </p:tav>
                                        <p:tav tm="100000">
                                          <p:val>
                                            <p:strVal val="#ppt_w"/>
                                          </p:val>
                                        </p:tav>
                                      </p:tavLst>
                                    </p:anim>
                                    <p:anim calcmode="lin" valueType="num">
                                      <p:cBhvr>
                                        <p:cTn id="73" dur="500" fill="hold"/>
                                        <p:tgtEl>
                                          <p:spTgt spid="76"/>
                                        </p:tgtEl>
                                        <p:attrNameLst>
                                          <p:attrName>ppt_h</p:attrName>
                                        </p:attrNameLst>
                                      </p:cBhvr>
                                      <p:tavLst>
                                        <p:tav tm="0">
                                          <p:val>
                                            <p:fltVal val="0"/>
                                          </p:val>
                                        </p:tav>
                                        <p:tav tm="100000">
                                          <p:val>
                                            <p:strVal val="#ppt_h"/>
                                          </p:val>
                                        </p:tav>
                                      </p:tavLst>
                                    </p:anim>
                                    <p:animEffect transition="in" filter="fade">
                                      <p:cBhvr>
                                        <p:cTn id="74" dur="500"/>
                                        <p:tgtEl>
                                          <p:spTgt spid="76"/>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77"/>
                                        </p:tgtEl>
                                        <p:attrNameLst>
                                          <p:attrName>style.visibility</p:attrName>
                                        </p:attrNameLst>
                                      </p:cBhvr>
                                      <p:to>
                                        <p:strVal val="visible"/>
                                      </p:to>
                                    </p:set>
                                    <p:anim calcmode="lin" valueType="num">
                                      <p:cBhvr>
                                        <p:cTn id="77" dur="500" fill="hold"/>
                                        <p:tgtEl>
                                          <p:spTgt spid="77"/>
                                        </p:tgtEl>
                                        <p:attrNameLst>
                                          <p:attrName>ppt_w</p:attrName>
                                        </p:attrNameLst>
                                      </p:cBhvr>
                                      <p:tavLst>
                                        <p:tav tm="0">
                                          <p:val>
                                            <p:fltVal val="0"/>
                                          </p:val>
                                        </p:tav>
                                        <p:tav tm="100000">
                                          <p:val>
                                            <p:strVal val="#ppt_w"/>
                                          </p:val>
                                        </p:tav>
                                      </p:tavLst>
                                    </p:anim>
                                    <p:anim calcmode="lin" valueType="num">
                                      <p:cBhvr>
                                        <p:cTn id="78" dur="500" fill="hold"/>
                                        <p:tgtEl>
                                          <p:spTgt spid="77"/>
                                        </p:tgtEl>
                                        <p:attrNameLst>
                                          <p:attrName>ppt_h</p:attrName>
                                        </p:attrNameLst>
                                      </p:cBhvr>
                                      <p:tavLst>
                                        <p:tav tm="0">
                                          <p:val>
                                            <p:fltVal val="0"/>
                                          </p:val>
                                        </p:tav>
                                        <p:tav tm="100000">
                                          <p:val>
                                            <p:strVal val="#ppt_h"/>
                                          </p:val>
                                        </p:tav>
                                      </p:tavLst>
                                    </p:anim>
                                    <p:animEffect transition="in" filter="fade">
                                      <p:cBhvr>
                                        <p:cTn id="79" dur="500"/>
                                        <p:tgtEl>
                                          <p:spTgt spid="77"/>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78"/>
                                        </p:tgtEl>
                                        <p:attrNameLst>
                                          <p:attrName>style.visibility</p:attrName>
                                        </p:attrNameLst>
                                      </p:cBhvr>
                                      <p:to>
                                        <p:strVal val="visible"/>
                                      </p:to>
                                    </p:set>
                                    <p:anim calcmode="lin" valueType="num">
                                      <p:cBhvr>
                                        <p:cTn id="82" dur="500" fill="hold"/>
                                        <p:tgtEl>
                                          <p:spTgt spid="78"/>
                                        </p:tgtEl>
                                        <p:attrNameLst>
                                          <p:attrName>ppt_w</p:attrName>
                                        </p:attrNameLst>
                                      </p:cBhvr>
                                      <p:tavLst>
                                        <p:tav tm="0">
                                          <p:val>
                                            <p:fltVal val="0"/>
                                          </p:val>
                                        </p:tav>
                                        <p:tav tm="100000">
                                          <p:val>
                                            <p:strVal val="#ppt_w"/>
                                          </p:val>
                                        </p:tav>
                                      </p:tavLst>
                                    </p:anim>
                                    <p:anim calcmode="lin" valueType="num">
                                      <p:cBhvr>
                                        <p:cTn id="83" dur="500" fill="hold"/>
                                        <p:tgtEl>
                                          <p:spTgt spid="78"/>
                                        </p:tgtEl>
                                        <p:attrNameLst>
                                          <p:attrName>ppt_h</p:attrName>
                                        </p:attrNameLst>
                                      </p:cBhvr>
                                      <p:tavLst>
                                        <p:tav tm="0">
                                          <p:val>
                                            <p:fltVal val="0"/>
                                          </p:val>
                                        </p:tav>
                                        <p:tav tm="100000">
                                          <p:val>
                                            <p:strVal val="#ppt_h"/>
                                          </p:val>
                                        </p:tav>
                                      </p:tavLst>
                                    </p:anim>
                                    <p:animEffect transition="in" filter="fade">
                                      <p:cBhvr>
                                        <p:cTn id="84" dur="500"/>
                                        <p:tgtEl>
                                          <p:spTgt spid="78"/>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79"/>
                                        </p:tgtEl>
                                        <p:attrNameLst>
                                          <p:attrName>style.visibility</p:attrName>
                                        </p:attrNameLst>
                                      </p:cBhvr>
                                      <p:to>
                                        <p:strVal val="visible"/>
                                      </p:to>
                                    </p:set>
                                    <p:anim calcmode="lin" valueType="num">
                                      <p:cBhvr>
                                        <p:cTn id="87" dur="500" fill="hold"/>
                                        <p:tgtEl>
                                          <p:spTgt spid="79"/>
                                        </p:tgtEl>
                                        <p:attrNameLst>
                                          <p:attrName>ppt_w</p:attrName>
                                        </p:attrNameLst>
                                      </p:cBhvr>
                                      <p:tavLst>
                                        <p:tav tm="0">
                                          <p:val>
                                            <p:fltVal val="0"/>
                                          </p:val>
                                        </p:tav>
                                        <p:tav tm="100000">
                                          <p:val>
                                            <p:strVal val="#ppt_w"/>
                                          </p:val>
                                        </p:tav>
                                      </p:tavLst>
                                    </p:anim>
                                    <p:anim calcmode="lin" valueType="num">
                                      <p:cBhvr>
                                        <p:cTn id="88" dur="500" fill="hold"/>
                                        <p:tgtEl>
                                          <p:spTgt spid="79"/>
                                        </p:tgtEl>
                                        <p:attrNameLst>
                                          <p:attrName>ppt_h</p:attrName>
                                        </p:attrNameLst>
                                      </p:cBhvr>
                                      <p:tavLst>
                                        <p:tav tm="0">
                                          <p:val>
                                            <p:fltVal val="0"/>
                                          </p:val>
                                        </p:tav>
                                        <p:tav tm="100000">
                                          <p:val>
                                            <p:strVal val="#ppt_h"/>
                                          </p:val>
                                        </p:tav>
                                      </p:tavLst>
                                    </p:anim>
                                    <p:animEffect transition="in" filter="fade">
                                      <p:cBhvr>
                                        <p:cTn id="89" dur="500"/>
                                        <p:tgtEl>
                                          <p:spTgt spid="79"/>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80"/>
                                        </p:tgtEl>
                                        <p:attrNameLst>
                                          <p:attrName>style.visibility</p:attrName>
                                        </p:attrNameLst>
                                      </p:cBhvr>
                                      <p:to>
                                        <p:strVal val="visible"/>
                                      </p:to>
                                    </p:set>
                                    <p:anim calcmode="lin" valueType="num">
                                      <p:cBhvr>
                                        <p:cTn id="92" dur="500" fill="hold"/>
                                        <p:tgtEl>
                                          <p:spTgt spid="80"/>
                                        </p:tgtEl>
                                        <p:attrNameLst>
                                          <p:attrName>ppt_w</p:attrName>
                                        </p:attrNameLst>
                                      </p:cBhvr>
                                      <p:tavLst>
                                        <p:tav tm="0">
                                          <p:val>
                                            <p:fltVal val="0"/>
                                          </p:val>
                                        </p:tav>
                                        <p:tav tm="100000">
                                          <p:val>
                                            <p:strVal val="#ppt_w"/>
                                          </p:val>
                                        </p:tav>
                                      </p:tavLst>
                                    </p:anim>
                                    <p:anim calcmode="lin" valueType="num">
                                      <p:cBhvr>
                                        <p:cTn id="93" dur="500" fill="hold"/>
                                        <p:tgtEl>
                                          <p:spTgt spid="80"/>
                                        </p:tgtEl>
                                        <p:attrNameLst>
                                          <p:attrName>ppt_h</p:attrName>
                                        </p:attrNameLst>
                                      </p:cBhvr>
                                      <p:tavLst>
                                        <p:tav tm="0">
                                          <p:val>
                                            <p:fltVal val="0"/>
                                          </p:val>
                                        </p:tav>
                                        <p:tav tm="100000">
                                          <p:val>
                                            <p:strVal val="#ppt_h"/>
                                          </p:val>
                                        </p:tav>
                                      </p:tavLst>
                                    </p:anim>
                                    <p:animEffect transition="in" filter="fade">
                                      <p:cBhvr>
                                        <p:cTn id="94" dur="500"/>
                                        <p:tgtEl>
                                          <p:spTgt spid="80"/>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81"/>
                                        </p:tgtEl>
                                        <p:attrNameLst>
                                          <p:attrName>style.visibility</p:attrName>
                                        </p:attrNameLst>
                                      </p:cBhvr>
                                      <p:to>
                                        <p:strVal val="visible"/>
                                      </p:to>
                                    </p:set>
                                    <p:anim calcmode="lin" valueType="num">
                                      <p:cBhvr>
                                        <p:cTn id="97" dur="500" fill="hold"/>
                                        <p:tgtEl>
                                          <p:spTgt spid="81"/>
                                        </p:tgtEl>
                                        <p:attrNameLst>
                                          <p:attrName>ppt_w</p:attrName>
                                        </p:attrNameLst>
                                      </p:cBhvr>
                                      <p:tavLst>
                                        <p:tav tm="0">
                                          <p:val>
                                            <p:fltVal val="0"/>
                                          </p:val>
                                        </p:tav>
                                        <p:tav tm="100000">
                                          <p:val>
                                            <p:strVal val="#ppt_w"/>
                                          </p:val>
                                        </p:tav>
                                      </p:tavLst>
                                    </p:anim>
                                    <p:anim calcmode="lin" valueType="num">
                                      <p:cBhvr>
                                        <p:cTn id="98" dur="500" fill="hold"/>
                                        <p:tgtEl>
                                          <p:spTgt spid="81"/>
                                        </p:tgtEl>
                                        <p:attrNameLst>
                                          <p:attrName>ppt_h</p:attrName>
                                        </p:attrNameLst>
                                      </p:cBhvr>
                                      <p:tavLst>
                                        <p:tav tm="0">
                                          <p:val>
                                            <p:fltVal val="0"/>
                                          </p:val>
                                        </p:tav>
                                        <p:tav tm="100000">
                                          <p:val>
                                            <p:strVal val="#ppt_h"/>
                                          </p:val>
                                        </p:tav>
                                      </p:tavLst>
                                    </p:anim>
                                    <p:animEffect transition="in" filter="fade">
                                      <p:cBhvr>
                                        <p:cTn id="99" dur="500"/>
                                        <p:tgtEl>
                                          <p:spTgt spid="81"/>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82"/>
                                        </p:tgtEl>
                                        <p:attrNameLst>
                                          <p:attrName>style.visibility</p:attrName>
                                        </p:attrNameLst>
                                      </p:cBhvr>
                                      <p:to>
                                        <p:strVal val="visible"/>
                                      </p:to>
                                    </p:set>
                                    <p:anim calcmode="lin" valueType="num">
                                      <p:cBhvr>
                                        <p:cTn id="102" dur="500" fill="hold"/>
                                        <p:tgtEl>
                                          <p:spTgt spid="82"/>
                                        </p:tgtEl>
                                        <p:attrNameLst>
                                          <p:attrName>ppt_w</p:attrName>
                                        </p:attrNameLst>
                                      </p:cBhvr>
                                      <p:tavLst>
                                        <p:tav tm="0">
                                          <p:val>
                                            <p:fltVal val="0"/>
                                          </p:val>
                                        </p:tav>
                                        <p:tav tm="100000">
                                          <p:val>
                                            <p:strVal val="#ppt_w"/>
                                          </p:val>
                                        </p:tav>
                                      </p:tavLst>
                                    </p:anim>
                                    <p:anim calcmode="lin" valueType="num">
                                      <p:cBhvr>
                                        <p:cTn id="103" dur="500" fill="hold"/>
                                        <p:tgtEl>
                                          <p:spTgt spid="82"/>
                                        </p:tgtEl>
                                        <p:attrNameLst>
                                          <p:attrName>ppt_h</p:attrName>
                                        </p:attrNameLst>
                                      </p:cBhvr>
                                      <p:tavLst>
                                        <p:tav tm="0">
                                          <p:val>
                                            <p:fltVal val="0"/>
                                          </p:val>
                                        </p:tav>
                                        <p:tav tm="100000">
                                          <p:val>
                                            <p:strVal val="#ppt_h"/>
                                          </p:val>
                                        </p:tav>
                                      </p:tavLst>
                                    </p:anim>
                                    <p:animEffect transition="in" filter="fade">
                                      <p:cBhvr>
                                        <p:cTn id="104"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5" grpId="1" animBg="1"/>
      <p:bldP spid="59" grpId="0" animBg="1"/>
      <p:bldP spid="59" grpId="1" animBg="1"/>
      <p:bldP spid="60" grpId="0" animBg="1"/>
      <p:bldP spid="60" grpId="1" animBg="1"/>
      <p:bldP spid="64" grpId="0" animBg="1"/>
      <p:bldP spid="64" grpId="1" animBg="1"/>
      <p:bldP spid="65" grpId="0" animBg="1"/>
      <p:bldP spid="65" grpId="1" animBg="1"/>
      <p:bldP spid="69" grpId="0" animBg="1"/>
      <p:bldP spid="69" grpId="1" animBg="1"/>
      <p:bldP spid="70" grpId="0" animBg="1"/>
      <p:bldP spid="70" grpId="1" animBg="1"/>
      <p:bldP spid="74" grpId="0" animBg="1"/>
      <p:bldP spid="74" grpId="1" animBg="1"/>
      <p:bldP spid="75" grpId="0" animBg="1"/>
      <p:bldP spid="75" grpId="1" animBg="1"/>
      <p:bldP spid="76" grpId="0" animBg="1"/>
      <p:bldP spid="76" grpId="1" animBg="1"/>
      <p:bldP spid="77" grpId="0" animBg="1"/>
      <p:bldP spid="77" grpId="1" animBg="1"/>
      <p:bldP spid="78" grpId="0" animBg="1"/>
      <p:bldP spid="78" grpId="1" animBg="1"/>
      <p:bldP spid="79" grpId="0" animBg="1"/>
      <p:bldP spid="79" grpId="1" animBg="1"/>
      <p:bldP spid="80" grpId="0" animBg="1"/>
      <p:bldP spid="80" grpId="1" animBg="1"/>
      <p:bldP spid="81" grpId="0" animBg="1"/>
      <p:bldP spid="81" grpId="1" animBg="1"/>
      <p:bldP spid="82" grpId="0" animBg="1"/>
      <p:bldP spid="82"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9" name="组合 18"/>
          <p:cNvGrpSpPr/>
          <p:nvPr/>
        </p:nvGrpSpPr>
        <p:grpSpPr>
          <a:xfrm rot="10800000">
            <a:off x="-598644" y="4863839"/>
            <a:ext cx="2117288" cy="2334478"/>
            <a:chOff x="9664473" y="816338"/>
            <a:chExt cx="3185286" cy="3512032"/>
          </a:xfrm>
        </p:grpSpPr>
        <p:sp>
          <p:nvSpPr>
            <p:cNvPr id="20" name="íṧḻiḋe"/>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1" name="íş1íḍè"/>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grpSp>
      <p:grpSp>
        <p:nvGrpSpPr>
          <p:cNvPr id="22" name="组合 21"/>
          <p:cNvGrpSpPr/>
          <p:nvPr/>
        </p:nvGrpSpPr>
        <p:grpSpPr>
          <a:xfrm rot="10800000">
            <a:off x="9086997" y="-1443802"/>
            <a:ext cx="3204450" cy="4893654"/>
            <a:chOff x="-15240" y="3375944"/>
            <a:chExt cx="3204450" cy="4893654"/>
          </a:xfrm>
        </p:grpSpPr>
        <p:sp>
          <p:nvSpPr>
            <p:cNvPr id="23" name="íSliḑè"/>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5" name="íš1ïḋe"/>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31" name="iṡḻiďè"/>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pic>
        <p:nvPicPr>
          <p:cNvPr id="2" name="图片 1"/>
          <p:cNvPicPr>
            <a:picLocks noChangeAspect="1"/>
          </p:cNvPicPr>
          <p:nvPr/>
        </p:nvPicPr>
        <p:blipFill>
          <a:blip r:embed="rId2">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6649" y="82576"/>
            <a:ext cx="4840377" cy="885151"/>
          </a:xfrm>
          <a:prstGeom prst="rect">
            <a:avLst/>
          </a:prstGeom>
        </p:spPr>
      </p:pic>
      <p:grpSp>
        <p:nvGrpSpPr>
          <p:cNvPr id="13" name="组合 12"/>
          <p:cNvGrpSpPr/>
          <p:nvPr/>
        </p:nvGrpSpPr>
        <p:grpSpPr>
          <a:xfrm>
            <a:off x="1365250" y="1778635"/>
            <a:ext cx="7082155" cy="2487930"/>
            <a:chOff x="2150" y="2801"/>
            <a:chExt cx="11153" cy="3918"/>
          </a:xfrm>
        </p:grpSpPr>
        <p:sp>
          <p:nvSpPr>
            <p:cNvPr id="14" name="iṡḻiďè"/>
            <p:cNvSpPr/>
            <p:nvPr/>
          </p:nvSpPr>
          <p:spPr bwMode="auto">
            <a:xfrm rot="17590292">
              <a:off x="2495" y="3042"/>
              <a:ext cx="3604" cy="3121"/>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sz="1800">
                <a:cs typeface="+mn-ea"/>
                <a:sym typeface="+mn-lt"/>
              </a:endParaRPr>
            </a:p>
          </p:txBody>
        </p:sp>
        <p:grpSp>
          <p:nvGrpSpPr>
            <p:cNvPr id="15" name="组合 14"/>
            <p:cNvGrpSpPr/>
            <p:nvPr/>
          </p:nvGrpSpPr>
          <p:grpSpPr>
            <a:xfrm>
              <a:off x="2150" y="3602"/>
              <a:ext cx="11153" cy="3117"/>
              <a:chOff x="2150" y="3602"/>
              <a:chExt cx="11153" cy="3117"/>
            </a:xfrm>
          </p:grpSpPr>
          <p:sp>
            <p:nvSpPr>
              <p:cNvPr id="16" name="圆角矩形 15"/>
              <p:cNvSpPr/>
              <p:nvPr/>
            </p:nvSpPr>
            <p:spPr>
              <a:xfrm>
                <a:off x="7343" y="4603"/>
                <a:ext cx="5960" cy="1552"/>
              </a:xfrm>
              <a:prstGeom prst="roundRect">
                <a:avLst/>
              </a:prstGeom>
              <a:solidFill>
                <a:schemeClr val="accent1">
                  <a:lumMod val="20000"/>
                  <a:lumOff val="80000"/>
                </a:schemeClr>
              </a:solidFill>
              <a:ln>
                <a:noFill/>
              </a:ln>
              <a:effectLst>
                <a:innerShdw blurRad="63500" dist="50800" dir="189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iṡḻiďè"/>
              <p:cNvSpPr/>
              <p:nvPr/>
            </p:nvSpPr>
            <p:spPr bwMode="auto">
              <a:xfrm rot="17590292">
                <a:off x="3930" y="3810"/>
                <a:ext cx="3117" cy="2700"/>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lstStyle/>
              <a:p>
                <a:endParaRPr lang="zh-CN" altLang="en-US" sz="1800">
                  <a:cs typeface="+mn-ea"/>
                  <a:sym typeface="+mn-lt"/>
                </a:endParaRPr>
              </a:p>
            </p:txBody>
          </p:sp>
          <p:sp>
            <p:nvSpPr>
              <p:cNvPr id="24" name="MH_Others_1"/>
              <p:cNvSpPr txBox="1"/>
              <p:nvPr>
                <p:custDataLst>
                  <p:tags r:id="rId3"/>
                </p:custDataLst>
              </p:nvPr>
            </p:nvSpPr>
            <p:spPr>
              <a:xfrm>
                <a:off x="2150" y="4603"/>
                <a:ext cx="6229" cy="1335"/>
              </a:xfrm>
              <a:prstGeom prst="rect">
                <a:avLst/>
              </a:prstGeom>
              <a:noFill/>
            </p:spPr>
            <p:txBody>
              <a:bodyPr wrap="square" rtlCol="0">
                <a:noAutofit/>
              </a:bodyPr>
              <a:lstStyle/>
              <a:p>
                <a:pPr algn="ctr"/>
                <a:r>
                  <a:rPr lang="en-US" altLang="zh-CN" sz="4400" b="1" dirty="0">
                    <a:solidFill>
                      <a:schemeClr val="bg1"/>
                    </a:solidFill>
                    <a:effectLst>
                      <a:outerShdw blurRad="38100" dist="38100" dir="2700000" algn="tl">
                        <a:srgbClr val="000000">
                          <a:alpha val="43137"/>
                        </a:srgbClr>
                      </a:outerShdw>
                    </a:effectLst>
                    <a:cs typeface="+mn-ea"/>
                    <a:sym typeface="+mn-lt"/>
                  </a:rPr>
                  <a:t>PART 04</a:t>
                </a:r>
                <a:endParaRPr lang="zh-CN" altLang="en-US" sz="4400" b="1" dirty="0">
                  <a:solidFill>
                    <a:schemeClr val="bg1"/>
                  </a:solidFill>
                  <a:effectLst>
                    <a:outerShdw blurRad="38100" dist="38100" dir="2700000" algn="tl">
                      <a:srgbClr val="000000">
                        <a:alpha val="43137"/>
                      </a:srgbClr>
                    </a:outerShdw>
                  </a:effectLst>
                  <a:cs typeface="+mn-ea"/>
                  <a:sym typeface="+mn-lt"/>
                </a:endParaRPr>
              </a:p>
            </p:txBody>
          </p:sp>
          <p:sp>
            <p:nvSpPr>
              <p:cNvPr id="26" name="矩形 25"/>
              <p:cNvSpPr/>
              <p:nvPr/>
            </p:nvSpPr>
            <p:spPr>
              <a:xfrm>
                <a:off x="7892" y="4906"/>
                <a:ext cx="4968" cy="1016"/>
              </a:xfrm>
              <a:prstGeom prst="rect">
                <a:avLst/>
              </a:prstGeom>
            </p:spPr>
            <p:txBody>
              <a:bodyPr wrap="none">
                <a:spAutoFit/>
              </a:bodyPr>
              <a:lstStyle/>
              <a:p>
                <a:r>
                  <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rPr>
                  <a:t>后续</a:t>
                </a:r>
                <a:r>
                  <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rPr>
                  <a:t>工作计划</a:t>
                </a:r>
                <a:endParaRPr lang="zh-CN" altLang="en-US" sz="3600" b="1" spc="300" dirty="0">
                  <a:solidFill>
                    <a:schemeClr val="accent3"/>
                  </a:solidFill>
                  <a:latin typeface="微软雅黑" panose="020B0503020204020204" pitchFamily="34" charset="-122"/>
                  <a:ea typeface="微软雅黑" panose="020B0503020204020204" pitchFamily="34" charset="-122"/>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直接连接符 27"/>
          <p:cNvCxnSpPr/>
          <p:nvPr/>
        </p:nvCxnSpPr>
        <p:spPr>
          <a:xfrm>
            <a:off x="2479756" y="3694101"/>
            <a:ext cx="0" cy="902029"/>
          </a:xfrm>
          <a:prstGeom prst="line">
            <a:avLst/>
          </a:prstGeom>
          <a:ln>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058486" y="3694101"/>
            <a:ext cx="0" cy="902029"/>
          </a:xfrm>
          <a:prstGeom prst="line">
            <a:avLst/>
          </a:prstGeom>
          <a:ln>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4769121" y="2722391"/>
            <a:ext cx="0" cy="902029"/>
          </a:xfrm>
          <a:prstGeom prst="line">
            <a:avLst/>
          </a:prstGeom>
          <a:ln>
            <a:solidFill>
              <a:schemeClr val="accent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9347851" y="2722391"/>
            <a:ext cx="0" cy="902029"/>
          </a:xfrm>
          <a:prstGeom prst="line">
            <a:avLst/>
          </a:prstGeom>
          <a:ln>
            <a:solidFill>
              <a:schemeClr val="accent2"/>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1011555" y="3700145"/>
            <a:ext cx="10033635"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2284498" y="3498844"/>
            <a:ext cx="390517" cy="39051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1</a:t>
            </a:r>
            <a:endParaRPr lang="en-US" altLang="zh-CN" dirty="0">
              <a:solidFill>
                <a:schemeClr val="bg1"/>
              </a:solidFill>
              <a:cs typeface="+mn-ea"/>
              <a:sym typeface="+mn-lt"/>
            </a:endParaRPr>
          </a:p>
        </p:txBody>
      </p:sp>
      <p:sp>
        <p:nvSpPr>
          <p:cNvPr id="34" name="椭圆 33"/>
          <p:cNvSpPr/>
          <p:nvPr/>
        </p:nvSpPr>
        <p:spPr>
          <a:xfrm>
            <a:off x="4573863" y="3498843"/>
            <a:ext cx="390517" cy="390517"/>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2</a:t>
            </a:r>
            <a:endParaRPr lang="en-US" altLang="zh-CN" dirty="0">
              <a:solidFill>
                <a:schemeClr val="bg1"/>
              </a:solidFill>
              <a:cs typeface="+mn-ea"/>
              <a:sym typeface="+mn-lt"/>
            </a:endParaRPr>
          </a:p>
        </p:txBody>
      </p:sp>
      <p:sp>
        <p:nvSpPr>
          <p:cNvPr id="35" name="椭圆 34"/>
          <p:cNvSpPr/>
          <p:nvPr/>
        </p:nvSpPr>
        <p:spPr>
          <a:xfrm>
            <a:off x="6863228" y="3498843"/>
            <a:ext cx="390517" cy="390517"/>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3</a:t>
            </a:r>
            <a:endParaRPr lang="en-US" altLang="zh-CN" dirty="0">
              <a:solidFill>
                <a:schemeClr val="bg1"/>
              </a:solidFill>
              <a:cs typeface="+mn-ea"/>
              <a:sym typeface="+mn-lt"/>
            </a:endParaRPr>
          </a:p>
        </p:txBody>
      </p:sp>
      <p:sp>
        <p:nvSpPr>
          <p:cNvPr id="36" name="椭圆 35"/>
          <p:cNvSpPr/>
          <p:nvPr/>
        </p:nvSpPr>
        <p:spPr>
          <a:xfrm>
            <a:off x="9152593" y="3529875"/>
            <a:ext cx="390517" cy="390517"/>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4</a:t>
            </a:r>
            <a:endParaRPr lang="en-US" altLang="zh-CN" dirty="0">
              <a:solidFill>
                <a:schemeClr val="bg1"/>
              </a:solidFill>
              <a:cs typeface="+mn-ea"/>
              <a:sym typeface="+mn-lt"/>
            </a:endParaRPr>
          </a:p>
        </p:txBody>
      </p:sp>
      <p:sp>
        <p:nvSpPr>
          <p:cNvPr id="37" name="椭圆 36"/>
          <p:cNvSpPr/>
          <p:nvPr/>
        </p:nvSpPr>
        <p:spPr>
          <a:xfrm>
            <a:off x="2110105" y="4827270"/>
            <a:ext cx="738505" cy="738505"/>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cs typeface="+mn-ea"/>
              <a:sym typeface="+mn-lt"/>
            </a:endParaRPr>
          </a:p>
        </p:txBody>
      </p:sp>
      <p:sp>
        <p:nvSpPr>
          <p:cNvPr id="38" name="椭圆 37"/>
          <p:cNvSpPr/>
          <p:nvPr/>
        </p:nvSpPr>
        <p:spPr>
          <a:xfrm>
            <a:off x="4399280" y="1806575"/>
            <a:ext cx="738505" cy="738505"/>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cs typeface="+mn-ea"/>
              <a:sym typeface="+mn-lt"/>
            </a:endParaRPr>
          </a:p>
        </p:txBody>
      </p:sp>
      <p:sp>
        <p:nvSpPr>
          <p:cNvPr id="39" name="椭圆 38"/>
          <p:cNvSpPr/>
          <p:nvPr/>
        </p:nvSpPr>
        <p:spPr>
          <a:xfrm>
            <a:off x="8978265" y="1807210"/>
            <a:ext cx="738505" cy="738505"/>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chemeClr val="tx1">
                  <a:lumMod val="65000"/>
                  <a:lumOff val="35000"/>
                </a:schemeClr>
              </a:solidFill>
              <a:cs typeface="+mn-ea"/>
              <a:sym typeface="+mn-lt"/>
            </a:endParaRPr>
          </a:p>
        </p:txBody>
      </p:sp>
      <p:sp>
        <p:nvSpPr>
          <p:cNvPr id="40" name="椭圆 39"/>
          <p:cNvSpPr/>
          <p:nvPr/>
        </p:nvSpPr>
        <p:spPr>
          <a:xfrm>
            <a:off x="6717030" y="4827270"/>
            <a:ext cx="738505" cy="738505"/>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cs typeface="+mn-ea"/>
              <a:sym typeface="+mn-lt"/>
            </a:endParaRPr>
          </a:p>
        </p:txBody>
      </p:sp>
      <p:grpSp>
        <p:nvGrpSpPr>
          <p:cNvPr id="41" name="组合 40"/>
          <p:cNvGrpSpPr/>
          <p:nvPr/>
        </p:nvGrpSpPr>
        <p:grpSpPr>
          <a:xfrm>
            <a:off x="2270125" y="5028568"/>
            <a:ext cx="368300" cy="336598"/>
            <a:chOff x="8415" y="6739"/>
            <a:chExt cx="560" cy="493"/>
          </a:xfrm>
          <a:solidFill>
            <a:srgbClr val="669C78"/>
          </a:solidFill>
        </p:grpSpPr>
        <p:sp>
          <p:nvSpPr>
            <p:cNvPr id="42" name="Freeform14"/>
            <p:cNvSpPr/>
            <p:nvPr/>
          </p:nvSpPr>
          <p:spPr bwMode="auto">
            <a:xfrm>
              <a:off x="8466" y="6761"/>
              <a:ext cx="209" cy="450"/>
            </a:xfrm>
            <a:custGeom>
              <a:avLst/>
              <a:gdLst>
                <a:gd name="T0" fmla="*/ 52 w 59"/>
                <a:gd name="T1" fmla="*/ 5 h 126"/>
                <a:gd name="T2" fmla="*/ 9 w 59"/>
                <a:gd name="T3" fmla="*/ 38 h 126"/>
                <a:gd name="T4" fmla="*/ 0 w 59"/>
                <a:gd name="T5" fmla="*/ 39 h 126"/>
                <a:gd name="T6" fmla="*/ 0 w 59"/>
                <a:gd name="T7" fmla="*/ 86 h 126"/>
                <a:gd name="T8" fmla="*/ 9 w 59"/>
                <a:gd name="T9" fmla="*/ 88 h 126"/>
                <a:gd name="T10" fmla="*/ 51 w 59"/>
                <a:gd name="T11" fmla="*/ 119 h 126"/>
                <a:gd name="T12" fmla="*/ 59 w 59"/>
                <a:gd name="T13" fmla="*/ 119 h 126"/>
                <a:gd name="T14" fmla="*/ 59 w 59"/>
                <a:gd name="T15" fmla="*/ 5 h 126"/>
                <a:gd name="T16" fmla="*/ 52 w 59"/>
                <a:gd name="T17" fmla="*/ 5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26">
                  <a:moveTo>
                    <a:pt x="52" y="5"/>
                  </a:moveTo>
                  <a:cubicBezTo>
                    <a:pt x="9" y="38"/>
                    <a:pt x="9" y="38"/>
                    <a:pt x="9" y="38"/>
                  </a:cubicBezTo>
                  <a:cubicBezTo>
                    <a:pt x="9" y="38"/>
                    <a:pt x="5" y="38"/>
                    <a:pt x="0" y="39"/>
                  </a:cubicBezTo>
                  <a:cubicBezTo>
                    <a:pt x="0" y="86"/>
                    <a:pt x="0" y="86"/>
                    <a:pt x="0" y="86"/>
                  </a:cubicBezTo>
                  <a:cubicBezTo>
                    <a:pt x="5" y="87"/>
                    <a:pt x="9" y="88"/>
                    <a:pt x="9" y="88"/>
                  </a:cubicBezTo>
                  <a:cubicBezTo>
                    <a:pt x="51" y="119"/>
                    <a:pt x="51" y="119"/>
                    <a:pt x="51" y="119"/>
                  </a:cubicBezTo>
                  <a:cubicBezTo>
                    <a:pt x="51" y="119"/>
                    <a:pt x="59" y="126"/>
                    <a:pt x="59" y="119"/>
                  </a:cubicBezTo>
                  <a:cubicBezTo>
                    <a:pt x="59" y="112"/>
                    <a:pt x="59" y="11"/>
                    <a:pt x="59" y="5"/>
                  </a:cubicBezTo>
                  <a:cubicBezTo>
                    <a:pt x="59" y="0"/>
                    <a:pt x="52" y="5"/>
                    <a:pt x="52" y="5"/>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3" name="Freeform15"/>
            <p:cNvSpPr/>
            <p:nvPr/>
          </p:nvSpPr>
          <p:spPr bwMode="auto">
            <a:xfrm>
              <a:off x="8415" y="6908"/>
              <a:ext cx="29" cy="158"/>
            </a:xfrm>
            <a:custGeom>
              <a:avLst/>
              <a:gdLst>
                <a:gd name="T0" fmla="*/ 0 w 8"/>
                <a:gd name="T1" fmla="*/ 8 h 44"/>
                <a:gd name="T2" fmla="*/ 0 w 8"/>
                <a:gd name="T3" fmla="*/ 38 h 44"/>
                <a:gd name="T4" fmla="*/ 8 w 8"/>
                <a:gd name="T5" fmla="*/ 44 h 44"/>
                <a:gd name="T6" fmla="*/ 8 w 8"/>
                <a:gd name="T7" fmla="*/ 0 h 44"/>
                <a:gd name="T8" fmla="*/ 0 w 8"/>
                <a:gd name="T9" fmla="*/ 8 h 44"/>
              </a:gdLst>
              <a:ahLst/>
              <a:cxnLst>
                <a:cxn ang="0">
                  <a:pos x="T0" y="T1"/>
                </a:cxn>
                <a:cxn ang="0">
                  <a:pos x="T2" y="T3"/>
                </a:cxn>
                <a:cxn ang="0">
                  <a:pos x="T4" y="T5"/>
                </a:cxn>
                <a:cxn ang="0">
                  <a:pos x="T6" y="T7"/>
                </a:cxn>
                <a:cxn ang="0">
                  <a:pos x="T8" y="T9"/>
                </a:cxn>
              </a:cxnLst>
              <a:rect l="0" t="0" r="r" b="b"/>
              <a:pathLst>
                <a:path w="8" h="44">
                  <a:moveTo>
                    <a:pt x="0" y="8"/>
                  </a:moveTo>
                  <a:cubicBezTo>
                    <a:pt x="0" y="16"/>
                    <a:pt x="0" y="32"/>
                    <a:pt x="0" y="38"/>
                  </a:cubicBezTo>
                  <a:cubicBezTo>
                    <a:pt x="0" y="40"/>
                    <a:pt x="4" y="42"/>
                    <a:pt x="8" y="44"/>
                  </a:cubicBezTo>
                  <a:cubicBezTo>
                    <a:pt x="8" y="0"/>
                    <a:pt x="8" y="0"/>
                    <a:pt x="8" y="0"/>
                  </a:cubicBezTo>
                  <a:cubicBezTo>
                    <a:pt x="4" y="2"/>
                    <a:pt x="0" y="4"/>
                    <a:pt x="0" y="8"/>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4" name="Freeform16"/>
            <p:cNvSpPr/>
            <p:nvPr/>
          </p:nvSpPr>
          <p:spPr bwMode="auto">
            <a:xfrm>
              <a:off x="8726" y="6862"/>
              <a:ext cx="83" cy="246"/>
            </a:xfrm>
            <a:custGeom>
              <a:avLst/>
              <a:gdLst>
                <a:gd name="T0" fmla="*/ 10 w 23"/>
                <a:gd name="T1" fmla="*/ 2 h 69"/>
                <a:gd name="T2" fmla="*/ 2 w 23"/>
                <a:gd name="T3" fmla="*/ 2 h 69"/>
                <a:gd name="T4" fmla="*/ 2 w 23"/>
                <a:gd name="T5" fmla="*/ 10 h 69"/>
                <a:gd name="T6" fmla="*/ 12 w 23"/>
                <a:gd name="T7" fmla="*/ 35 h 69"/>
                <a:gd name="T8" fmla="*/ 2 w 23"/>
                <a:gd name="T9" fmla="*/ 60 h 69"/>
                <a:gd name="T10" fmla="*/ 2 w 23"/>
                <a:gd name="T11" fmla="*/ 67 h 69"/>
                <a:gd name="T12" fmla="*/ 6 w 23"/>
                <a:gd name="T13" fmla="*/ 69 h 69"/>
                <a:gd name="T14" fmla="*/ 10 w 23"/>
                <a:gd name="T15" fmla="*/ 67 h 69"/>
                <a:gd name="T16" fmla="*/ 23 w 23"/>
                <a:gd name="T17" fmla="*/ 35 h 69"/>
                <a:gd name="T18" fmla="*/ 10 w 23"/>
                <a:gd name="T19"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69">
                  <a:moveTo>
                    <a:pt x="10" y="2"/>
                  </a:moveTo>
                  <a:cubicBezTo>
                    <a:pt x="7" y="0"/>
                    <a:pt x="4" y="0"/>
                    <a:pt x="2" y="2"/>
                  </a:cubicBezTo>
                  <a:cubicBezTo>
                    <a:pt x="0" y="4"/>
                    <a:pt x="0" y="8"/>
                    <a:pt x="2" y="10"/>
                  </a:cubicBezTo>
                  <a:cubicBezTo>
                    <a:pt x="9" y="17"/>
                    <a:pt x="12" y="26"/>
                    <a:pt x="12" y="35"/>
                  </a:cubicBezTo>
                  <a:cubicBezTo>
                    <a:pt x="12" y="44"/>
                    <a:pt x="9" y="53"/>
                    <a:pt x="2" y="60"/>
                  </a:cubicBezTo>
                  <a:cubicBezTo>
                    <a:pt x="0" y="62"/>
                    <a:pt x="0" y="65"/>
                    <a:pt x="2" y="67"/>
                  </a:cubicBezTo>
                  <a:cubicBezTo>
                    <a:pt x="3" y="68"/>
                    <a:pt x="4" y="69"/>
                    <a:pt x="6" y="69"/>
                  </a:cubicBezTo>
                  <a:cubicBezTo>
                    <a:pt x="7" y="69"/>
                    <a:pt x="9" y="68"/>
                    <a:pt x="10" y="67"/>
                  </a:cubicBezTo>
                  <a:cubicBezTo>
                    <a:pt x="19" y="58"/>
                    <a:pt x="23" y="47"/>
                    <a:pt x="23" y="35"/>
                  </a:cubicBezTo>
                  <a:cubicBezTo>
                    <a:pt x="23" y="23"/>
                    <a:pt x="19" y="11"/>
                    <a:pt x="10" y="2"/>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5" name="Freeform17"/>
            <p:cNvSpPr/>
            <p:nvPr/>
          </p:nvSpPr>
          <p:spPr bwMode="auto">
            <a:xfrm flipV="1">
              <a:off x="8777" y="6801"/>
              <a:ext cx="110" cy="367"/>
            </a:xfrm>
            <a:custGeom>
              <a:avLst/>
              <a:gdLst>
                <a:gd name="T0" fmla="*/ 10 w 31"/>
                <a:gd name="T1" fmla="*/ 2 h 103"/>
                <a:gd name="T2" fmla="*/ 3 w 31"/>
                <a:gd name="T3" fmla="*/ 2 h 103"/>
                <a:gd name="T4" fmla="*/ 3 w 31"/>
                <a:gd name="T5" fmla="*/ 10 h 103"/>
                <a:gd name="T6" fmla="*/ 20 w 31"/>
                <a:gd name="T7" fmla="*/ 52 h 103"/>
                <a:gd name="T8" fmla="*/ 3 w 31"/>
                <a:gd name="T9" fmla="*/ 94 h 103"/>
                <a:gd name="T10" fmla="*/ 3 w 31"/>
                <a:gd name="T11" fmla="*/ 102 h 103"/>
                <a:gd name="T12" fmla="*/ 6 w 31"/>
                <a:gd name="T13" fmla="*/ 103 h 103"/>
                <a:gd name="T14" fmla="*/ 10 w 31"/>
                <a:gd name="T15" fmla="*/ 102 h 103"/>
                <a:gd name="T16" fmla="*/ 31 w 31"/>
                <a:gd name="T17" fmla="*/ 52 h 103"/>
                <a:gd name="T18" fmla="*/ 10 w 31"/>
                <a:gd name="T19" fmla="*/ 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03">
                  <a:moveTo>
                    <a:pt x="10" y="2"/>
                  </a:moveTo>
                  <a:cubicBezTo>
                    <a:pt x="8" y="0"/>
                    <a:pt x="5" y="0"/>
                    <a:pt x="3" y="2"/>
                  </a:cubicBezTo>
                  <a:cubicBezTo>
                    <a:pt x="0" y="4"/>
                    <a:pt x="0" y="8"/>
                    <a:pt x="3" y="10"/>
                  </a:cubicBezTo>
                  <a:cubicBezTo>
                    <a:pt x="14" y="21"/>
                    <a:pt x="20" y="37"/>
                    <a:pt x="20" y="52"/>
                  </a:cubicBezTo>
                  <a:cubicBezTo>
                    <a:pt x="20" y="67"/>
                    <a:pt x="14" y="82"/>
                    <a:pt x="3" y="94"/>
                  </a:cubicBezTo>
                  <a:cubicBezTo>
                    <a:pt x="0" y="96"/>
                    <a:pt x="0" y="100"/>
                    <a:pt x="3" y="102"/>
                  </a:cubicBezTo>
                  <a:cubicBezTo>
                    <a:pt x="4" y="103"/>
                    <a:pt x="5" y="103"/>
                    <a:pt x="6" y="103"/>
                  </a:cubicBezTo>
                  <a:cubicBezTo>
                    <a:pt x="8" y="103"/>
                    <a:pt x="9" y="103"/>
                    <a:pt x="10" y="102"/>
                  </a:cubicBezTo>
                  <a:cubicBezTo>
                    <a:pt x="24" y="88"/>
                    <a:pt x="31" y="70"/>
                    <a:pt x="31" y="52"/>
                  </a:cubicBezTo>
                  <a:cubicBezTo>
                    <a:pt x="31" y="34"/>
                    <a:pt x="24" y="16"/>
                    <a:pt x="10" y="2"/>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6" name="Freeform18"/>
            <p:cNvSpPr/>
            <p:nvPr/>
          </p:nvSpPr>
          <p:spPr bwMode="auto">
            <a:xfrm>
              <a:off x="8841" y="6739"/>
              <a:ext cx="134" cy="493"/>
            </a:xfrm>
            <a:custGeom>
              <a:avLst/>
              <a:gdLst>
                <a:gd name="T0" fmla="*/ 10 w 38"/>
                <a:gd name="T1" fmla="*/ 2 h 138"/>
                <a:gd name="T2" fmla="*/ 2 w 38"/>
                <a:gd name="T3" fmla="*/ 2 h 138"/>
                <a:gd name="T4" fmla="*/ 2 w 38"/>
                <a:gd name="T5" fmla="*/ 9 h 138"/>
                <a:gd name="T6" fmla="*/ 27 w 38"/>
                <a:gd name="T7" fmla="*/ 69 h 138"/>
                <a:gd name="T8" fmla="*/ 2 w 38"/>
                <a:gd name="T9" fmla="*/ 128 h 138"/>
                <a:gd name="T10" fmla="*/ 2 w 38"/>
                <a:gd name="T11" fmla="*/ 136 h 138"/>
                <a:gd name="T12" fmla="*/ 6 w 38"/>
                <a:gd name="T13" fmla="*/ 138 h 138"/>
                <a:gd name="T14" fmla="*/ 10 w 38"/>
                <a:gd name="T15" fmla="*/ 136 h 138"/>
                <a:gd name="T16" fmla="*/ 38 w 38"/>
                <a:gd name="T17" fmla="*/ 69 h 138"/>
                <a:gd name="T18" fmla="*/ 10 w 38"/>
                <a:gd name="T19" fmla="*/ 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38">
                  <a:moveTo>
                    <a:pt x="10" y="2"/>
                  </a:moveTo>
                  <a:cubicBezTo>
                    <a:pt x="8" y="0"/>
                    <a:pt x="5" y="0"/>
                    <a:pt x="2" y="2"/>
                  </a:cubicBezTo>
                  <a:cubicBezTo>
                    <a:pt x="0" y="4"/>
                    <a:pt x="0" y="7"/>
                    <a:pt x="2" y="9"/>
                  </a:cubicBezTo>
                  <a:cubicBezTo>
                    <a:pt x="19" y="26"/>
                    <a:pt x="27" y="47"/>
                    <a:pt x="27" y="69"/>
                  </a:cubicBezTo>
                  <a:cubicBezTo>
                    <a:pt x="27" y="90"/>
                    <a:pt x="19" y="112"/>
                    <a:pt x="2" y="128"/>
                  </a:cubicBezTo>
                  <a:cubicBezTo>
                    <a:pt x="0" y="130"/>
                    <a:pt x="0" y="134"/>
                    <a:pt x="2" y="136"/>
                  </a:cubicBezTo>
                  <a:cubicBezTo>
                    <a:pt x="4" y="137"/>
                    <a:pt x="5" y="138"/>
                    <a:pt x="6" y="138"/>
                  </a:cubicBezTo>
                  <a:cubicBezTo>
                    <a:pt x="8" y="138"/>
                    <a:pt x="9" y="137"/>
                    <a:pt x="10" y="136"/>
                  </a:cubicBezTo>
                  <a:cubicBezTo>
                    <a:pt x="29" y="117"/>
                    <a:pt x="38" y="93"/>
                    <a:pt x="38" y="69"/>
                  </a:cubicBezTo>
                  <a:cubicBezTo>
                    <a:pt x="38" y="45"/>
                    <a:pt x="29" y="20"/>
                    <a:pt x="10" y="2"/>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grpSp>
      <p:sp>
        <p:nvSpPr>
          <p:cNvPr id="47" name="Freeform 250"/>
          <p:cNvSpPr>
            <a:spLocks noEditPoints="1"/>
          </p:cNvSpPr>
          <p:nvPr/>
        </p:nvSpPr>
        <p:spPr bwMode="auto">
          <a:xfrm>
            <a:off x="4573929" y="1981200"/>
            <a:ext cx="403225" cy="388938"/>
          </a:xfrm>
          <a:custGeom>
            <a:avLst/>
            <a:gdLst>
              <a:gd name="T0" fmla="*/ 19 w 229"/>
              <a:gd name="T1" fmla="*/ 0 h 217"/>
              <a:gd name="T2" fmla="*/ 209 w 229"/>
              <a:gd name="T3" fmla="*/ 0 h 217"/>
              <a:gd name="T4" fmla="*/ 229 w 229"/>
              <a:gd name="T5" fmla="*/ 20 h 217"/>
              <a:gd name="T6" fmla="*/ 229 w 229"/>
              <a:gd name="T7" fmla="*/ 140 h 217"/>
              <a:gd name="T8" fmla="*/ 209 w 229"/>
              <a:gd name="T9" fmla="*/ 160 h 217"/>
              <a:gd name="T10" fmla="*/ 19 w 229"/>
              <a:gd name="T11" fmla="*/ 160 h 217"/>
              <a:gd name="T12" fmla="*/ 0 w 229"/>
              <a:gd name="T13" fmla="*/ 140 h 217"/>
              <a:gd name="T14" fmla="*/ 0 w 229"/>
              <a:gd name="T15" fmla="*/ 20 h 217"/>
              <a:gd name="T16" fmla="*/ 19 w 229"/>
              <a:gd name="T17" fmla="*/ 0 h 217"/>
              <a:gd name="T18" fmla="*/ 56 w 229"/>
              <a:gd name="T19" fmla="*/ 203 h 217"/>
              <a:gd name="T20" fmla="*/ 94 w 229"/>
              <a:gd name="T21" fmla="*/ 199 h 217"/>
              <a:gd name="T22" fmla="*/ 94 w 229"/>
              <a:gd name="T23" fmla="*/ 171 h 217"/>
              <a:gd name="T24" fmla="*/ 140 w 229"/>
              <a:gd name="T25" fmla="*/ 171 h 217"/>
              <a:gd name="T26" fmla="*/ 140 w 229"/>
              <a:gd name="T27" fmla="*/ 199 h 217"/>
              <a:gd name="T28" fmla="*/ 176 w 229"/>
              <a:gd name="T29" fmla="*/ 203 h 217"/>
              <a:gd name="T30" fmla="*/ 176 w 229"/>
              <a:gd name="T31" fmla="*/ 217 h 217"/>
              <a:gd name="T32" fmla="*/ 56 w 229"/>
              <a:gd name="T33" fmla="*/ 217 h 217"/>
              <a:gd name="T34" fmla="*/ 56 w 229"/>
              <a:gd name="T35" fmla="*/ 203 h 217"/>
              <a:gd name="T36" fmla="*/ 17 w 229"/>
              <a:gd name="T37" fmla="*/ 19 h 217"/>
              <a:gd name="T38" fmla="*/ 17 w 229"/>
              <a:gd name="T39" fmla="*/ 124 h 217"/>
              <a:gd name="T40" fmla="*/ 210 w 229"/>
              <a:gd name="T41" fmla="*/ 124 h 217"/>
              <a:gd name="T42" fmla="*/ 210 w 229"/>
              <a:gd name="T43" fmla="*/ 19 h 217"/>
              <a:gd name="T44" fmla="*/ 17 w 229"/>
              <a:gd name="T45" fmla="*/ 19 h 217"/>
              <a:gd name="T46" fmla="*/ 191 w 229"/>
              <a:gd name="T47" fmla="*/ 134 h 217"/>
              <a:gd name="T48" fmla="*/ 183 w 229"/>
              <a:gd name="T49" fmla="*/ 142 h 217"/>
              <a:gd name="T50" fmla="*/ 191 w 229"/>
              <a:gd name="T51" fmla="*/ 150 h 217"/>
              <a:gd name="T52" fmla="*/ 199 w 229"/>
              <a:gd name="T53" fmla="*/ 142 h 217"/>
              <a:gd name="T54" fmla="*/ 191 w 229"/>
              <a:gd name="T55" fmla="*/ 13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29" h="217">
                <a:moveTo>
                  <a:pt x="19" y="0"/>
                </a:moveTo>
                <a:cubicBezTo>
                  <a:pt x="209" y="0"/>
                  <a:pt x="209" y="0"/>
                  <a:pt x="209" y="0"/>
                </a:cubicBezTo>
                <a:cubicBezTo>
                  <a:pt x="220" y="0"/>
                  <a:pt x="229" y="9"/>
                  <a:pt x="229" y="20"/>
                </a:cubicBezTo>
                <a:cubicBezTo>
                  <a:pt x="229" y="140"/>
                  <a:pt x="229" y="140"/>
                  <a:pt x="229" y="140"/>
                </a:cubicBezTo>
                <a:cubicBezTo>
                  <a:pt x="229" y="151"/>
                  <a:pt x="220" y="160"/>
                  <a:pt x="209" y="160"/>
                </a:cubicBezTo>
                <a:cubicBezTo>
                  <a:pt x="19" y="160"/>
                  <a:pt x="19" y="160"/>
                  <a:pt x="19" y="160"/>
                </a:cubicBezTo>
                <a:cubicBezTo>
                  <a:pt x="8" y="160"/>
                  <a:pt x="0" y="151"/>
                  <a:pt x="0" y="140"/>
                </a:cubicBezTo>
                <a:cubicBezTo>
                  <a:pt x="0" y="20"/>
                  <a:pt x="0" y="20"/>
                  <a:pt x="0" y="20"/>
                </a:cubicBezTo>
                <a:cubicBezTo>
                  <a:pt x="0" y="9"/>
                  <a:pt x="8" y="0"/>
                  <a:pt x="19" y="0"/>
                </a:cubicBezTo>
                <a:close/>
                <a:moveTo>
                  <a:pt x="56" y="203"/>
                </a:moveTo>
                <a:cubicBezTo>
                  <a:pt x="69" y="201"/>
                  <a:pt x="81" y="199"/>
                  <a:pt x="94" y="199"/>
                </a:cubicBezTo>
                <a:cubicBezTo>
                  <a:pt x="94" y="171"/>
                  <a:pt x="94" y="171"/>
                  <a:pt x="94" y="171"/>
                </a:cubicBezTo>
                <a:cubicBezTo>
                  <a:pt x="140" y="171"/>
                  <a:pt x="140" y="171"/>
                  <a:pt x="140" y="171"/>
                </a:cubicBezTo>
                <a:cubicBezTo>
                  <a:pt x="140" y="199"/>
                  <a:pt x="140" y="199"/>
                  <a:pt x="140" y="199"/>
                </a:cubicBezTo>
                <a:cubicBezTo>
                  <a:pt x="152" y="200"/>
                  <a:pt x="164" y="201"/>
                  <a:pt x="176" y="203"/>
                </a:cubicBezTo>
                <a:cubicBezTo>
                  <a:pt x="176" y="217"/>
                  <a:pt x="176" y="217"/>
                  <a:pt x="176" y="217"/>
                </a:cubicBezTo>
                <a:cubicBezTo>
                  <a:pt x="56" y="217"/>
                  <a:pt x="56" y="217"/>
                  <a:pt x="56" y="217"/>
                </a:cubicBezTo>
                <a:cubicBezTo>
                  <a:pt x="56" y="213"/>
                  <a:pt x="56" y="208"/>
                  <a:pt x="56" y="203"/>
                </a:cubicBezTo>
                <a:close/>
                <a:moveTo>
                  <a:pt x="17" y="19"/>
                </a:moveTo>
                <a:cubicBezTo>
                  <a:pt x="17" y="124"/>
                  <a:pt x="17" y="124"/>
                  <a:pt x="17" y="124"/>
                </a:cubicBezTo>
                <a:cubicBezTo>
                  <a:pt x="210" y="124"/>
                  <a:pt x="210" y="124"/>
                  <a:pt x="210" y="124"/>
                </a:cubicBezTo>
                <a:cubicBezTo>
                  <a:pt x="210" y="19"/>
                  <a:pt x="210" y="19"/>
                  <a:pt x="210" y="19"/>
                </a:cubicBezTo>
                <a:cubicBezTo>
                  <a:pt x="17" y="19"/>
                  <a:pt x="17" y="19"/>
                  <a:pt x="17" y="19"/>
                </a:cubicBezTo>
                <a:close/>
                <a:moveTo>
                  <a:pt x="191" y="134"/>
                </a:moveTo>
                <a:cubicBezTo>
                  <a:pt x="186" y="134"/>
                  <a:pt x="183" y="137"/>
                  <a:pt x="183" y="142"/>
                </a:cubicBezTo>
                <a:cubicBezTo>
                  <a:pt x="183" y="146"/>
                  <a:pt x="186" y="150"/>
                  <a:pt x="191" y="150"/>
                </a:cubicBezTo>
                <a:cubicBezTo>
                  <a:pt x="195" y="150"/>
                  <a:pt x="199" y="146"/>
                  <a:pt x="199" y="142"/>
                </a:cubicBezTo>
                <a:cubicBezTo>
                  <a:pt x="199" y="137"/>
                  <a:pt x="195" y="134"/>
                  <a:pt x="191" y="134"/>
                </a:cubicBezTo>
                <a:close/>
              </a:path>
            </a:pathLst>
          </a:custGeom>
          <a:solidFill>
            <a:schemeClr val="accent2"/>
          </a:solidFill>
          <a:ln>
            <a:noFill/>
          </a:ln>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8" name="Freeform 267"/>
          <p:cNvSpPr>
            <a:spLocks noEditPoints="1"/>
          </p:cNvSpPr>
          <p:nvPr/>
        </p:nvSpPr>
        <p:spPr bwMode="auto">
          <a:xfrm>
            <a:off x="6861199" y="4967923"/>
            <a:ext cx="449263" cy="458787"/>
          </a:xfrm>
          <a:custGeom>
            <a:avLst/>
            <a:gdLst>
              <a:gd name="T0" fmla="*/ 107 w 213"/>
              <a:gd name="T1" fmla="*/ 0 h 213"/>
              <a:gd name="T2" fmla="*/ 213 w 213"/>
              <a:gd name="T3" fmla="*/ 107 h 213"/>
              <a:gd name="T4" fmla="*/ 107 w 213"/>
              <a:gd name="T5" fmla="*/ 213 h 213"/>
              <a:gd name="T6" fmla="*/ 0 w 213"/>
              <a:gd name="T7" fmla="*/ 107 h 213"/>
              <a:gd name="T8" fmla="*/ 107 w 213"/>
              <a:gd name="T9" fmla="*/ 0 h 213"/>
              <a:gd name="T10" fmla="*/ 89 w 213"/>
              <a:gd name="T11" fmla="*/ 75 h 213"/>
              <a:gd name="T12" fmla="*/ 100 w 213"/>
              <a:gd name="T13" fmla="*/ 70 h 213"/>
              <a:gd name="T14" fmla="*/ 87 w 213"/>
              <a:gd name="T15" fmla="*/ 18 h 213"/>
              <a:gd name="T16" fmla="*/ 63 w 213"/>
              <a:gd name="T17" fmla="*/ 26 h 213"/>
              <a:gd name="T18" fmla="*/ 89 w 213"/>
              <a:gd name="T19" fmla="*/ 75 h 213"/>
              <a:gd name="T20" fmla="*/ 107 w 213"/>
              <a:gd name="T21" fmla="*/ 82 h 213"/>
              <a:gd name="T22" fmla="*/ 82 w 213"/>
              <a:gd name="T23" fmla="*/ 107 h 213"/>
              <a:gd name="T24" fmla="*/ 107 w 213"/>
              <a:gd name="T25" fmla="*/ 131 h 213"/>
              <a:gd name="T26" fmla="*/ 131 w 213"/>
              <a:gd name="T27" fmla="*/ 107 h 213"/>
              <a:gd name="T28" fmla="*/ 107 w 213"/>
              <a:gd name="T29" fmla="*/ 82 h 213"/>
              <a:gd name="T30" fmla="*/ 132 w 213"/>
              <a:gd name="T31" fmla="*/ 133 h 213"/>
              <a:gd name="T32" fmla="*/ 122 w 213"/>
              <a:gd name="T33" fmla="*/ 140 h 213"/>
              <a:gd name="T34" fmla="*/ 149 w 213"/>
              <a:gd name="T35" fmla="*/ 187 h 213"/>
              <a:gd name="T36" fmla="*/ 169 w 213"/>
              <a:gd name="T37" fmla="*/ 173 h 213"/>
              <a:gd name="T38" fmla="*/ 132 w 213"/>
              <a:gd name="T39" fmla="*/ 133 h 213"/>
              <a:gd name="T40" fmla="*/ 197 w 213"/>
              <a:gd name="T41" fmla="*/ 126 h 213"/>
              <a:gd name="T42" fmla="*/ 144 w 213"/>
              <a:gd name="T43" fmla="*/ 112 h 213"/>
              <a:gd name="T44" fmla="*/ 138 w 213"/>
              <a:gd name="T45" fmla="*/ 126 h 213"/>
              <a:gd name="T46" fmla="*/ 181 w 213"/>
              <a:gd name="T47" fmla="*/ 160 h 213"/>
              <a:gd name="T48" fmla="*/ 197 w 213"/>
              <a:gd name="T49" fmla="*/ 126 h 213"/>
              <a:gd name="T50" fmla="*/ 25 w 213"/>
              <a:gd name="T51" fmla="*/ 65 h 213"/>
              <a:gd name="T52" fmla="*/ 72 w 213"/>
              <a:gd name="T53" fmla="*/ 92 h 213"/>
              <a:gd name="T54" fmla="*/ 82 w 213"/>
              <a:gd name="T55" fmla="*/ 80 h 213"/>
              <a:gd name="T56" fmla="*/ 49 w 213"/>
              <a:gd name="T57" fmla="*/ 36 h 213"/>
              <a:gd name="T58" fmla="*/ 25 w 213"/>
              <a:gd name="T59" fmla="*/ 65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3" h="213">
                <a:moveTo>
                  <a:pt x="107" y="0"/>
                </a:moveTo>
                <a:cubicBezTo>
                  <a:pt x="166" y="0"/>
                  <a:pt x="213" y="48"/>
                  <a:pt x="213" y="107"/>
                </a:cubicBezTo>
                <a:cubicBezTo>
                  <a:pt x="213" y="165"/>
                  <a:pt x="166" y="213"/>
                  <a:pt x="107" y="213"/>
                </a:cubicBezTo>
                <a:cubicBezTo>
                  <a:pt x="48" y="213"/>
                  <a:pt x="0" y="165"/>
                  <a:pt x="0" y="107"/>
                </a:cubicBezTo>
                <a:cubicBezTo>
                  <a:pt x="0" y="48"/>
                  <a:pt x="48" y="0"/>
                  <a:pt x="107" y="0"/>
                </a:cubicBezTo>
                <a:close/>
                <a:moveTo>
                  <a:pt x="89" y="75"/>
                </a:moveTo>
                <a:cubicBezTo>
                  <a:pt x="93" y="73"/>
                  <a:pt x="96" y="71"/>
                  <a:pt x="100" y="70"/>
                </a:cubicBezTo>
                <a:cubicBezTo>
                  <a:pt x="87" y="18"/>
                  <a:pt x="87" y="18"/>
                  <a:pt x="87" y="18"/>
                </a:cubicBezTo>
                <a:cubicBezTo>
                  <a:pt x="79" y="20"/>
                  <a:pt x="71" y="23"/>
                  <a:pt x="63" y="26"/>
                </a:cubicBezTo>
                <a:cubicBezTo>
                  <a:pt x="89" y="75"/>
                  <a:pt x="89" y="75"/>
                  <a:pt x="89" y="75"/>
                </a:cubicBezTo>
                <a:close/>
                <a:moveTo>
                  <a:pt x="107" y="82"/>
                </a:moveTo>
                <a:cubicBezTo>
                  <a:pt x="93" y="82"/>
                  <a:pt x="82" y="93"/>
                  <a:pt x="82" y="107"/>
                </a:cubicBezTo>
                <a:cubicBezTo>
                  <a:pt x="82" y="120"/>
                  <a:pt x="93" y="131"/>
                  <a:pt x="107" y="131"/>
                </a:cubicBezTo>
                <a:cubicBezTo>
                  <a:pt x="120" y="131"/>
                  <a:pt x="131" y="120"/>
                  <a:pt x="131" y="107"/>
                </a:cubicBezTo>
                <a:cubicBezTo>
                  <a:pt x="131" y="93"/>
                  <a:pt x="120" y="82"/>
                  <a:pt x="107" y="82"/>
                </a:cubicBezTo>
                <a:close/>
                <a:moveTo>
                  <a:pt x="132" y="133"/>
                </a:moveTo>
                <a:cubicBezTo>
                  <a:pt x="129" y="135"/>
                  <a:pt x="126" y="138"/>
                  <a:pt x="122" y="140"/>
                </a:cubicBezTo>
                <a:cubicBezTo>
                  <a:pt x="149" y="187"/>
                  <a:pt x="149" y="187"/>
                  <a:pt x="149" y="187"/>
                </a:cubicBezTo>
                <a:cubicBezTo>
                  <a:pt x="156" y="183"/>
                  <a:pt x="163" y="178"/>
                  <a:pt x="169" y="173"/>
                </a:cubicBezTo>
                <a:cubicBezTo>
                  <a:pt x="132" y="133"/>
                  <a:pt x="132" y="133"/>
                  <a:pt x="132" y="133"/>
                </a:cubicBezTo>
                <a:close/>
                <a:moveTo>
                  <a:pt x="197" y="126"/>
                </a:moveTo>
                <a:cubicBezTo>
                  <a:pt x="144" y="112"/>
                  <a:pt x="144" y="112"/>
                  <a:pt x="144" y="112"/>
                </a:cubicBezTo>
                <a:cubicBezTo>
                  <a:pt x="143" y="117"/>
                  <a:pt x="141" y="121"/>
                  <a:pt x="138" y="126"/>
                </a:cubicBezTo>
                <a:cubicBezTo>
                  <a:pt x="181" y="160"/>
                  <a:pt x="181" y="160"/>
                  <a:pt x="181" y="160"/>
                </a:cubicBezTo>
                <a:cubicBezTo>
                  <a:pt x="188" y="149"/>
                  <a:pt x="194" y="138"/>
                  <a:pt x="197" y="126"/>
                </a:cubicBezTo>
                <a:close/>
                <a:moveTo>
                  <a:pt x="25" y="65"/>
                </a:moveTo>
                <a:cubicBezTo>
                  <a:pt x="72" y="92"/>
                  <a:pt x="72" y="92"/>
                  <a:pt x="72" y="92"/>
                </a:cubicBezTo>
                <a:cubicBezTo>
                  <a:pt x="75" y="87"/>
                  <a:pt x="78" y="83"/>
                  <a:pt x="82" y="80"/>
                </a:cubicBezTo>
                <a:cubicBezTo>
                  <a:pt x="49" y="36"/>
                  <a:pt x="49" y="36"/>
                  <a:pt x="49" y="36"/>
                </a:cubicBezTo>
                <a:cubicBezTo>
                  <a:pt x="39" y="44"/>
                  <a:pt x="31" y="54"/>
                  <a:pt x="25" y="65"/>
                </a:cubicBezTo>
                <a:close/>
              </a:path>
            </a:pathLst>
          </a:custGeom>
          <a:solidFill>
            <a:schemeClr val="accent1"/>
          </a:solidFill>
          <a:ln>
            <a:noFill/>
          </a:ln>
        </p:spPr>
        <p:txBody>
          <a:bodyPr lIns="80296" tIns="40148" rIns="80296" bIns="4014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580" b="0" i="0" u="none" strike="noStrike" kern="1200" cap="none" spc="0" normalizeH="0" baseline="0" noProof="0" dirty="0">
              <a:ln>
                <a:noFill/>
              </a:ln>
              <a:solidFill>
                <a:schemeClr val="tx1">
                  <a:lumMod val="65000"/>
                  <a:lumOff val="35000"/>
                </a:schemeClr>
              </a:solidFill>
              <a:effectLst/>
              <a:uLnTx/>
              <a:uFillTx/>
              <a:cs typeface="+mn-ea"/>
              <a:sym typeface="+mn-lt"/>
            </a:endParaRPr>
          </a:p>
        </p:txBody>
      </p:sp>
      <p:sp>
        <p:nvSpPr>
          <p:cNvPr id="49" name="Freeform 39"/>
          <p:cNvSpPr>
            <a:spLocks noEditPoints="1"/>
          </p:cNvSpPr>
          <p:nvPr/>
        </p:nvSpPr>
        <p:spPr bwMode="auto">
          <a:xfrm>
            <a:off x="9152890" y="1981200"/>
            <a:ext cx="478790" cy="391160"/>
          </a:xfrm>
          <a:custGeom>
            <a:avLst/>
            <a:gdLst>
              <a:gd name="T0" fmla="*/ 116 w 155"/>
              <a:gd name="T1" fmla="*/ 12 h 131"/>
              <a:gd name="T2" fmla="*/ 116 w 155"/>
              <a:gd name="T3" fmla="*/ 101 h 131"/>
              <a:gd name="T4" fmla="*/ 155 w 155"/>
              <a:gd name="T5" fmla="*/ 34 h 131"/>
              <a:gd name="T6" fmla="*/ 116 w 155"/>
              <a:gd name="T7" fmla="*/ 12 h 131"/>
              <a:gd name="T8" fmla="*/ 9 w 155"/>
              <a:gd name="T9" fmla="*/ 8 h 131"/>
              <a:gd name="T10" fmla="*/ 0 w 155"/>
              <a:gd name="T11" fmla="*/ 8 h 131"/>
              <a:gd name="T12" fmla="*/ 0 w 155"/>
              <a:gd name="T13" fmla="*/ 16 h 131"/>
              <a:gd name="T14" fmla="*/ 17 w 155"/>
              <a:gd name="T15" fmla="*/ 16 h 131"/>
              <a:gd name="T16" fmla="*/ 17 w 155"/>
              <a:gd name="T17" fmla="*/ 8 h 131"/>
              <a:gd name="T18" fmla="*/ 23 w 155"/>
              <a:gd name="T19" fmla="*/ 14 h 131"/>
              <a:gd name="T20" fmla="*/ 17 w 155"/>
              <a:gd name="T21" fmla="*/ 20 h 131"/>
              <a:gd name="T22" fmla="*/ 9 w 155"/>
              <a:gd name="T23" fmla="*/ 20 h 131"/>
              <a:gd name="T24" fmla="*/ 9 w 155"/>
              <a:gd name="T25" fmla="*/ 28 h 131"/>
              <a:gd name="T26" fmla="*/ 0 w 155"/>
              <a:gd name="T27" fmla="*/ 28 h 131"/>
              <a:gd name="T28" fmla="*/ 0 w 155"/>
              <a:gd name="T29" fmla="*/ 37 h 131"/>
              <a:gd name="T30" fmla="*/ 17 w 155"/>
              <a:gd name="T31" fmla="*/ 37 h 131"/>
              <a:gd name="T32" fmla="*/ 17 w 155"/>
              <a:gd name="T33" fmla="*/ 28 h 131"/>
              <a:gd name="T34" fmla="*/ 23 w 155"/>
              <a:gd name="T35" fmla="*/ 35 h 131"/>
              <a:gd name="T36" fmla="*/ 17 w 155"/>
              <a:gd name="T37" fmla="*/ 41 h 131"/>
              <a:gd name="T38" fmla="*/ 9 w 155"/>
              <a:gd name="T39" fmla="*/ 41 h 131"/>
              <a:gd name="T40" fmla="*/ 9 w 155"/>
              <a:gd name="T41" fmla="*/ 49 h 131"/>
              <a:gd name="T42" fmla="*/ 0 w 155"/>
              <a:gd name="T43" fmla="*/ 49 h 131"/>
              <a:gd name="T44" fmla="*/ 0 w 155"/>
              <a:gd name="T45" fmla="*/ 57 h 131"/>
              <a:gd name="T46" fmla="*/ 17 w 155"/>
              <a:gd name="T47" fmla="*/ 57 h 131"/>
              <a:gd name="T48" fmla="*/ 17 w 155"/>
              <a:gd name="T49" fmla="*/ 49 h 131"/>
              <a:gd name="T50" fmla="*/ 23 w 155"/>
              <a:gd name="T51" fmla="*/ 55 h 131"/>
              <a:gd name="T52" fmla="*/ 17 w 155"/>
              <a:gd name="T53" fmla="*/ 61 h 131"/>
              <a:gd name="T54" fmla="*/ 9 w 155"/>
              <a:gd name="T55" fmla="*/ 61 h 131"/>
              <a:gd name="T56" fmla="*/ 9 w 155"/>
              <a:gd name="T57" fmla="*/ 70 h 131"/>
              <a:gd name="T58" fmla="*/ 0 w 155"/>
              <a:gd name="T59" fmla="*/ 70 h 131"/>
              <a:gd name="T60" fmla="*/ 0 w 155"/>
              <a:gd name="T61" fmla="*/ 78 h 131"/>
              <a:gd name="T62" fmla="*/ 17 w 155"/>
              <a:gd name="T63" fmla="*/ 78 h 131"/>
              <a:gd name="T64" fmla="*/ 17 w 155"/>
              <a:gd name="T65" fmla="*/ 70 h 131"/>
              <a:gd name="T66" fmla="*/ 23 w 155"/>
              <a:gd name="T67" fmla="*/ 76 h 131"/>
              <a:gd name="T68" fmla="*/ 17 w 155"/>
              <a:gd name="T69" fmla="*/ 82 h 131"/>
              <a:gd name="T70" fmla="*/ 9 w 155"/>
              <a:gd name="T71" fmla="*/ 82 h 131"/>
              <a:gd name="T72" fmla="*/ 9 w 155"/>
              <a:gd name="T73" fmla="*/ 90 h 131"/>
              <a:gd name="T74" fmla="*/ 0 w 155"/>
              <a:gd name="T75" fmla="*/ 90 h 131"/>
              <a:gd name="T76" fmla="*/ 0 w 155"/>
              <a:gd name="T77" fmla="*/ 98 h 131"/>
              <a:gd name="T78" fmla="*/ 17 w 155"/>
              <a:gd name="T79" fmla="*/ 98 h 131"/>
              <a:gd name="T80" fmla="*/ 17 w 155"/>
              <a:gd name="T81" fmla="*/ 90 h 131"/>
              <a:gd name="T82" fmla="*/ 23 w 155"/>
              <a:gd name="T83" fmla="*/ 96 h 131"/>
              <a:gd name="T84" fmla="*/ 17 w 155"/>
              <a:gd name="T85" fmla="*/ 102 h 131"/>
              <a:gd name="T86" fmla="*/ 9 w 155"/>
              <a:gd name="T87" fmla="*/ 102 h 131"/>
              <a:gd name="T88" fmla="*/ 9 w 155"/>
              <a:gd name="T89" fmla="*/ 111 h 131"/>
              <a:gd name="T90" fmla="*/ 0 w 155"/>
              <a:gd name="T91" fmla="*/ 111 h 131"/>
              <a:gd name="T92" fmla="*/ 0 w 155"/>
              <a:gd name="T93" fmla="*/ 119 h 131"/>
              <a:gd name="T94" fmla="*/ 17 w 155"/>
              <a:gd name="T95" fmla="*/ 119 h 131"/>
              <a:gd name="T96" fmla="*/ 17 w 155"/>
              <a:gd name="T97" fmla="*/ 111 h 131"/>
              <a:gd name="T98" fmla="*/ 23 w 155"/>
              <a:gd name="T99" fmla="*/ 117 h 131"/>
              <a:gd name="T100" fmla="*/ 17 w 155"/>
              <a:gd name="T101" fmla="*/ 123 h 131"/>
              <a:gd name="T102" fmla="*/ 9 w 155"/>
              <a:gd name="T103" fmla="*/ 123 h 131"/>
              <a:gd name="T104" fmla="*/ 9 w 155"/>
              <a:gd name="T105" fmla="*/ 131 h 131"/>
              <a:gd name="T106" fmla="*/ 107 w 155"/>
              <a:gd name="T107" fmla="*/ 131 h 131"/>
              <a:gd name="T108" fmla="*/ 107 w 155"/>
              <a:gd name="T109" fmla="*/ 0 h 131"/>
              <a:gd name="T110" fmla="*/ 9 w 155"/>
              <a:gd name="T111" fmla="*/ 0 h 131"/>
              <a:gd name="T112" fmla="*/ 9 w 155"/>
              <a:gd name="T113" fmla="*/ 8 h 131"/>
              <a:gd name="T114" fmla="*/ 33 w 155"/>
              <a:gd name="T115" fmla="*/ 20 h 131"/>
              <a:gd name="T116" fmla="*/ 83 w 155"/>
              <a:gd name="T117" fmla="*/ 20 h 131"/>
              <a:gd name="T118" fmla="*/ 83 w 155"/>
              <a:gd name="T119" fmla="*/ 45 h 131"/>
              <a:gd name="T120" fmla="*/ 33 w 155"/>
              <a:gd name="T121" fmla="*/ 45 h 131"/>
              <a:gd name="T122" fmla="*/ 33 w 155"/>
              <a:gd name="T123" fmla="*/ 2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 h="131">
                <a:moveTo>
                  <a:pt x="116" y="12"/>
                </a:moveTo>
                <a:cubicBezTo>
                  <a:pt x="116" y="101"/>
                  <a:pt x="116" y="101"/>
                  <a:pt x="116" y="101"/>
                </a:cubicBezTo>
                <a:cubicBezTo>
                  <a:pt x="155" y="34"/>
                  <a:pt x="155" y="34"/>
                  <a:pt x="155" y="34"/>
                </a:cubicBezTo>
                <a:lnTo>
                  <a:pt x="116" y="12"/>
                </a:lnTo>
                <a:close/>
                <a:moveTo>
                  <a:pt x="9" y="8"/>
                </a:moveTo>
                <a:cubicBezTo>
                  <a:pt x="0" y="8"/>
                  <a:pt x="0" y="8"/>
                  <a:pt x="0" y="8"/>
                </a:cubicBezTo>
                <a:cubicBezTo>
                  <a:pt x="0" y="16"/>
                  <a:pt x="0" y="16"/>
                  <a:pt x="0" y="16"/>
                </a:cubicBezTo>
                <a:cubicBezTo>
                  <a:pt x="17" y="16"/>
                  <a:pt x="17" y="16"/>
                  <a:pt x="17" y="16"/>
                </a:cubicBezTo>
                <a:cubicBezTo>
                  <a:pt x="17" y="8"/>
                  <a:pt x="17" y="8"/>
                  <a:pt x="17" y="8"/>
                </a:cubicBezTo>
                <a:cubicBezTo>
                  <a:pt x="20" y="8"/>
                  <a:pt x="23" y="11"/>
                  <a:pt x="23" y="14"/>
                </a:cubicBezTo>
                <a:cubicBezTo>
                  <a:pt x="23" y="17"/>
                  <a:pt x="20" y="20"/>
                  <a:pt x="17" y="20"/>
                </a:cubicBezTo>
                <a:cubicBezTo>
                  <a:pt x="9" y="20"/>
                  <a:pt x="9" y="20"/>
                  <a:pt x="9" y="20"/>
                </a:cubicBezTo>
                <a:cubicBezTo>
                  <a:pt x="9" y="28"/>
                  <a:pt x="9" y="28"/>
                  <a:pt x="9" y="28"/>
                </a:cubicBezTo>
                <a:cubicBezTo>
                  <a:pt x="0" y="28"/>
                  <a:pt x="0" y="28"/>
                  <a:pt x="0" y="28"/>
                </a:cubicBezTo>
                <a:cubicBezTo>
                  <a:pt x="0" y="37"/>
                  <a:pt x="0" y="37"/>
                  <a:pt x="0" y="37"/>
                </a:cubicBezTo>
                <a:cubicBezTo>
                  <a:pt x="17" y="37"/>
                  <a:pt x="17" y="37"/>
                  <a:pt x="17" y="37"/>
                </a:cubicBezTo>
                <a:cubicBezTo>
                  <a:pt x="17" y="28"/>
                  <a:pt x="17" y="28"/>
                  <a:pt x="17" y="28"/>
                </a:cubicBezTo>
                <a:cubicBezTo>
                  <a:pt x="20" y="28"/>
                  <a:pt x="23" y="31"/>
                  <a:pt x="23" y="35"/>
                </a:cubicBezTo>
                <a:cubicBezTo>
                  <a:pt x="23" y="38"/>
                  <a:pt x="20" y="41"/>
                  <a:pt x="17" y="41"/>
                </a:cubicBezTo>
                <a:cubicBezTo>
                  <a:pt x="9" y="41"/>
                  <a:pt x="9" y="41"/>
                  <a:pt x="9" y="41"/>
                </a:cubicBezTo>
                <a:cubicBezTo>
                  <a:pt x="9" y="49"/>
                  <a:pt x="9" y="49"/>
                  <a:pt x="9" y="49"/>
                </a:cubicBezTo>
                <a:cubicBezTo>
                  <a:pt x="0" y="49"/>
                  <a:pt x="0" y="49"/>
                  <a:pt x="0" y="49"/>
                </a:cubicBezTo>
                <a:cubicBezTo>
                  <a:pt x="0" y="57"/>
                  <a:pt x="0" y="57"/>
                  <a:pt x="0" y="57"/>
                </a:cubicBezTo>
                <a:cubicBezTo>
                  <a:pt x="17" y="57"/>
                  <a:pt x="17" y="57"/>
                  <a:pt x="17" y="57"/>
                </a:cubicBezTo>
                <a:cubicBezTo>
                  <a:pt x="17" y="49"/>
                  <a:pt x="17" y="49"/>
                  <a:pt x="17" y="49"/>
                </a:cubicBezTo>
                <a:cubicBezTo>
                  <a:pt x="20" y="49"/>
                  <a:pt x="23" y="52"/>
                  <a:pt x="23" y="55"/>
                </a:cubicBezTo>
                <a:cubicBezTo>
                  <a:pt x="23" y="59"/>
                  <a:pt x="20" y="61"/>
                  <a:pt x="17" y="61"/>
                </a:cubicBezTo>
                <a:cubicBezTo>
                  <a:pt x="9" y="61"/>
                  <a:pt x="9" y="61"/>
                  <a:pt x="9" y="61"/>
                </a:cubicBezTo>
                <a:cubicBezTo>
                  <a:pt x="9" y="70"/>
                  <a:pt x="9" y="70"/>
                  <a:pt x="9" y="70"/>
                </a:cubicBezTo>
                <a:cubicBezTo>
                  <a:pt x="0" y="70"/>
                  <a:pt x="0" y="70"/>
                  <a:pt x="0" y="70"/>
                </a:cubicBezTo>
                <a:cubicBezTo>
                  <a:pt x="0" y="78"/>
                  <a:pt x="0" y="78"/>
                  <a:pt x="0" y="78"/>
                </a:cubicBezTo>
                <a:cubicBezTo>
                  <a:pt x="17" y="78"/>
                  <a:pt x="17" y="78"/>
                  <a:pt x="17" y="78"/>
                </a:cubicBezTo>
                <a:cubicBezTo>
                  <a:pt x="17" y="70"/>
                  <a:pt x="17" y="70"/>
                  <a:pt x="17" y="70"/>
                </a:cubicBezTo>
                <a:cubicBezTo>
                  <a:pt x="20" y="70"/>
                  <a:pt x="23" y="72"/>
                  <a:pt x="23" y="76"/>
                </a:cubicBezTo>
                <a:cubicBezTo>
                  <a:pt x="23" y="79"/>
                  <a:pt x="20" y="82"/>
                  <a:pt x="17" y="82"/>
                </a:cubicBezTo>
                <a:cubicBezTo>
                  <a:pt x="9" y="82"/>
                  <a:pt x="9" y="82"/>
                  <a:pt x="9" y="82"/>
                </a:cubicBezTo>
                <a:cubicBezTo>
                  <a:pt x="9" y="90"/>
                  <a:pt x="9" y="90"/>
                  <a:pt x="9" y="90"/>
                </a:cubicBezTo>
                <a:cubicBezTo>
                  <a:pt x="0" y="90"/>
                  <a:pt x="0" y="90"/>
                  <a:pt x="0" y="90"/>
                </a:cubicBezTo>
                <a:cubicBezTo>
                  <a:pt x="0" y="98"/>
                  <a:pt x="0" y="98"/>
                  <a:pt x="0" y="98"/>
                </a:cubicBezTo>
                <a:cubicBezTo>
                  <a:pt x="17" y="98"/>
                  <a:pt x="17" y="98"/>
                  <a:pt x="17" y="98"/>
                </a:cubicBezTo>
                <a:cubicBezTo>
                  <a:pt x="17" y="90"/>
                  <a:pt x="17" y="90"/>
                  <a:pt x="17" y="90"/>
                </a:cubicBezTo>
                <a:cubicBezTo>
                  <a:pt x="20" y="90"/>
                  <a:pt x="23" y="93"/>
                  <a:pt x="23" y="96"/>
                </a:cubicBezTo>
                <a:cubicBezTo>
                  <a:pt x="23" y="100"/>
                  <a:pt x="20" y="102"/>
                  <a:pt x="17" y="102"/>
                </a:cubicBezTo>
                <a:cubicBezTo>
                  <a:pt x="9" y="102"/>
                  <a:pt x="9" y="102"/>
                  <a:pt x="9" y="102"/>
                </a:cubicBezTo>
                <a:cubicBezTo>
                  <a:pt x="9" y="111"/>
                  <a:pt x="9" y="111"/>
                  <a:pt x="9" y="111"/>
                </a:cubicBezTo>
                <a:cubicBezTo>
                  <a:pt x="0" y="111"/>
                  <a:pt x="0" y="111"/>
                  <a:pt x="0" y="111"/>
                </a:cubicBezTo>
                <a:cubicBezTo>
                  <a:pt x="0" y="119"/>
                  <a:pt x="0" y="119"/>
                  <a:pt x="0" y="119"/>
                </a:cubicBezTo>
                <a:cubicBezTo>
                  <a:pt x="17" y="119"/>
                  <a:pt x="17" y="119"/>
                  <a:pt x="17" y="119"/>
                </a:cubicBezTo>
                <a:cubicBezTo>
                  <a:pt x="17" y="111"/>
                  <a:pt x="17" y="111"/>
                  <a:pt x="17" y="111"/>
                </a:cubicBezTo>
                <a:cubicBezTo>
                  <a:pt x="20" y="111"/>
                  <a:pt x="23" y="113"/>
                  <a:pt x="23" y="117"/>
                </a:cubicBezTo>
                <a:cubicBezTo>
                  <a:pt x="23" y="120"/>
                  <a:pt x="20" y="123"/>
                  <a:pt x="17" y="123"/>
                </a:cubicBezTo>
                <a:cubicBezTo>
                  <a:pt x="9" y="123"/>
                  <a:pt x="9" y="123"/>
                  <a:pt x="9" y="123"/>
                </a:cubicBezTo>
                <a:cubicBezTo>
                  <a:pt x="9" y="131"/>
                  <a:pt x="9" y="131"/>
                  <a:pt x="9" y="131"/>
                </a:cubicBezTo>
                <a:cubicBezTo>
                  <a:pt x="107" y="131"/>
                  <a:pt x="107" y="131"/>
                  <a:pt x="107" y="131"/>
                </a:cubicBezTo>
                <a:cubicBezTo>
                  <a:pt x="107" y="0"/>
                  <a:pt x="107" y="0"/>
                  <a:pt x="107" y="0"/>
                </a:cubicBezTo>
                <a:cubicBezTo>
                  <a:pt x="9" y="0"/>
                  <a:pt x="9" y="0"/>
                  <a:pt x="9" y="0"/>
                </a:cubicBezTo>
                <a:lnTo>
                  <a:pt x="9" y="8"/>
                </a:lnTo>
                <a:close/>
                <a:moveTo>
                  <a:pt x="33" y="20"/>
                </a:moveTo>
                <a:cubicBezTo>
                  <a:pt x="83" y="20"/>
                  <a:pt x="83" y="20"/>
                  <a:pt x="83" y="20"/>
                </a:cubicBezTo>
                <a:cubicBezTo>
                  <a:pt x="83" y="45"/>
                  <a:pt x="83" y="45"/>
                  <a:pt x="83" y="45"/>
                </a:cubicBezTo>
                <a:cubicBezTo>
                  <a:pt x="33" y="45"/>
                  <a:pt x="33" y="45"/>
                  <a:pt x="33" y="45"/>
                </a:cubicBezTo>
                <a:lnTo>
                  <a:pt x="33" y="20"/>
                </a:lnTo>
                <a:close/>
              </a:path>
            </a:pathLst>
          </a:custGeom>
          <a:solidFill>
            <a:schemeClr val="accent2"/>
          </a:solidFill>
          <a:ln>
            <a:noFill/>
          </a:ln>
        </p:spPr>
        <p:txBody>
          <a:bodyPr vert="horz" wrap="square" lIns="91440" tIns="45720" rIns="91440" bIns="45720" numCol="1" anchor="t" anchorCtr="0" compatLnSpc="1"/>
          <a:lstStyle/>
          <a:p>
            <a:endParaRPr lang="en-US" dirty="0">
              <a:solidFill>
                <a:schemeClr val="tx1">
                  <a:lumMod val="65000"/>
                  <a:lumOff val="35000"/>
                </a:schemeClr>
              </a:solidFill>
              <a:cs typeface="+mn-ea"/>
              <a:sym typeface="+mn-lt"/>
            </a:endParaRPr>
          </a:p>
        </p:txBody>
      </p:sp>
      <p:sp>
        <p:nvSpPr>
          <p:cNvPr id="50" name="文本框 49"/>
          <p:cNvSpPr txBox="1"/>
          <p:nvPr/>
        </p:nvSpPr>
        <p:spPr>
          <a:xfrm>
            <a:off x="1566545" y="1981200"/>
            <a:ext cx="2056130" cy="738664"/>
          </a:xfrm>
          <a:prstGeom prst="rect">
            <a:avLst/>
          </a:prstGeom>
          <a:noFill/>
        </p:spPr>
        <p:txBody>
          <a:bodyPr wrap="square" rtlCol="0">
            <a:spAutoFit/>
          </a:bodyPr>
          <a:lstStyle/>
          <a:p>
            <a:pPr algn="l">
              <a:lnSpc>
                <a:spcPct val="100000"/>
              </a:lnSpc>
            </a:pPr>
            <a:r>
              <a:rPr lang="zh-CN" altLang="en-US" sz="1400" dirty="0">
                <a:solidFill>
                  <a:schemeClr val="tx1">
                    <a:lumMod val="65000"/>
                    <a:lumOff val="35000"/>
                  </a:schemeClr>
                </a:solidFill>
                <a:cs typeface="+mn-ea"/>
                <a:sym typeface="+mn-lt"/>
              </a:rPr>
              <a:t>您所需要的本请添加您所需要的文请所需要的文添。</a:t>
            </a:r>
            <a:endParaRPr lang="zh-CN" altLang="en-US" sz="1400" dirty="0">
              <a:solidFill>
                <a:schemeClr val="tx1">
                  <a:lumMod val="65000"/>
                  <a:lumOff val="35000"/>
                </a:schemeClr>
              </a:solidFill>
              <a:cs typeface="+mn-ea"/>
              <a:sym typeface="+mn-lt"/>
            </a:endParaRPr>
          </a:p>
        </p:txBody>
      </p:sp>
      <p:sp>
        <p:nvSpPr>
          <p:cNvPr id="51" name="文本框 50"/>
          <p:cNvSpPr txBox="1"/>
          <p:nvPr/>
        </p:nvSpPr>
        <p:spPr>
          <a:xfrm>
            <a:off x="3747135" y="4491990"/>
            <a:ext cx="2056130" cy="738664"/>
          </a:xfrm>
          <a:prstGeom prst="rect">
            <a:avLst/>
          </a:prstGeom>
          <a:noFill/>
        </p:spPr>
        <p:txBody>
          <a:bodyPr wrap="square" rtlCol="0">
            <a:spAutoFit/>
          </a:bodyPr>
          <a:lstStyle/>
          <a:p>
            <a:pPr algn="l">
              <a:lnSpc>
                <a:spcPct val="100000"/>
              </a:lnSpc>
            </a:pPr>
            <a:r>
              <a:rPr lang="zh-CN" altLang="en-US" sz="1400" dirty="0">
                <a:solidFill>
                  <a:schemeClr val="tx1">
                    <a:lumMod val="65000"/>
                    <a:lumOff val="35000"/>
                  </a:schemeClr>
                </a:solidFill>
                <a:cs typeface="+mn-ea"/>
                <a:sym typeface="+mn-lt"/>
              </a:rPr>
              <a:t>您所需要的本请添加您所需要的文请所需要的文添。</a:t>
            </a:r>
            <a:endParaRPr lang="zh-CN" altLang="en-US" sz="1400" dirty="0">
              <a:solidFill>
                <a:schemeClr val="tx1">
                  <a:lumMod val="65000"/>
                  <a:lumOff val="35000"/>
                </a:schemeClr>
              </a:solidFill>
              <a:cs typeface="+mn-ea"/>
              <a:sym typeface="+mn-lt"/>
            </a:endParaRPr>
          </a:p>
        </p:txBody>
      </p:sp>
      <p:sp>
        <p:nvSpPr>
          <p:cNvPr id="52" name="文本框 51"/>
          <p:cNvSpPr txBox="1"/>
          <p:nvPr/>
        </p:nvSpPr>
        <p:spPr>
          <a:xfrm>
            <a:off x="6057900" y="1981200"/>
            <a:ext cx="2056130" cy="738664"/>
          </a:xfrm>
          <a:prstGeom prst="rect">
            <a:avLst/>
          </a:prstGeom>
          <a:noFill/>
        </p:spPr>
        <p:txBody>
          <a:bodyPr wrap="square" rtlCol="0">
            <a:spAutoFit/>
          </a:bodyPr>
          <a:lstStyle/>
          <a:p>
            <a:pPr algn="l">
              <a:lnSpc>
                <a:spcPct val="100000"/>
              </a:lnSpc>
            </a:pPr>
            <a:r>
              <a:rPr lang="zh-CN" altLang="en-US" sz="1400" dirty="0">
                <a:solidFill>
                  <a:schemeClr val="tx1">
                    <a:lumMod val="65000"/>
                    <a:lumOff val="35000"/>
                  </a:schemeClr>
                </a:solidFill>
                <a:cs typeface="+mn-ea"/>
                <a:sym typeface="+mn-lt"/>
              </a:rPr>
              <a:t>您所需要的本请添加您所需要的文请所需要的文添。</a:t>
            </a:r>
            <a:endParaRPr lang="zh-CN" altLang="en-US" sz="1400" dirty="0">
              <a:solidFill>
                <a:schemeClr val="tx1">
                  <a:lumMod val="65000"/>
                  <a:lumOff val="35000"/>
                </a:schemeClr>
              </a:solidFill>
              <a:cs typeface="+mn-ea"/>
              <a:sym typeface="+mn-lt"/>
            </a:endParaRPr>
          </a:p>
        </p:txBody>
      </p:sp>
      <p:sp>
        <p:nvSpPr>
          <p:cNvPr id="53" name="文本框 52"/>
          <p:cNvSpPr txBox="1"/>
          <p:nvPr/>
        </p:nvSpPr>
        <p:spPr>
          <a:xfrm>
            <a:off x="8502015" y="4521200"/>
            <a:ext cx="2056130" cy="738664"/>
          </a:xfrm>
          <a:prstGeom prst="rect">
            <a:avLst/>
          </a:prstGeom>
          <a:noFill/>
        </p:spPr>
        <p:txBody>
          <a:bodyPr wrap="square" rtlCol="0">
            <a:spAutoFit/>
          </a:bodyPr>
          <a:lstStyle/>
          <a:p>
            <a:pPr algn="l">
              <a:lnSpc>
                <a:spcPct val="100000"/>
              </a:lnSpc>
            </a:pPr>
            <a:r>
              <a:rPr lang="zh-CN" altLang="en-US" sz="1400" dirty="0">
                <a:solidFill>
                  <a:schemeClr val="tx1">
                    <a:lumMod val="65000"/>
                    <a:lumOff val="35000"/>
                  </a:schemeClr>
                </a:solidFill>
                <a:cs typeface="+mn-ea"/>
                <a:sym typeface="+mn-lt"/>
              </a:rPr>
              <a:t>您所需要的本请添加您所需要的文请所需要的文添。</a:t>
            </a:r>
            <a:endParaRPr lang="zh-CN" altLang="en-US" sz="1400" dirty="0">
              <a:solidFill>
                <a:schemeClr val="tx1">
                  <a:lumMod val="65000"/>
                  <a:lumOff val="35000"/>
                </a:schemeClr>
              </a:solidFill>
              <a:cs typeface="+mn-ea"/>
              <a:sym typeface="+mn-lt"/>
            </a:endParaRPr>
          </a:p>
        </p:txBody>
      </p:sp>
      <p:sp>
        <p:nvSpPr>
          <p:cNvPr id="54" name="文本框 53"/>
          <p:cNvSpPr txBox="1"/>
          <p:nvPr/>
        </p:nvSpPr>
        <p:spPr>
          <a:xfrm>
            <a:off x="1708150" y="2954655"/>
            <a:ext cx="1329055" cy="438150"/>
          </a:xfrm>
          <a:prstGeom prst="rect">
            <a:avLst/>
          </a:prstGeom>
          <a:noFill/>
        </p:spPr>
        <p:txBody>
          <a:bodyPr wrap="square" rtlCol="0">
            <a:spAutoFit/>
            <a:scene3d>
              <a:camera prst="orthographicFront"/>
              <a:lightRig rig="threePt" dir="t"/>
            </a:scene3d>
            <a:sp3d contourW="12700"/>
          </a:bodyPr>
          <a:lstStyle/>
          <a:p>
            <a:pPr lvl="0" algn="ctr">
              <a:lnSpc>
                <a:spcPct val="94000"/>
              </a:lnSpc>
              <a:spcBef>
                <a:spcPts val="0"/>
              </a:spcBef>
              <a:spcAft>
                <a:spcPts val="0"/>
              </a:spcAft>
              <a:buClrTx/>
              <a:buSzTx/>
              <a:buFontTx/>
              <a:defRPr/>
            </a:pPr>
            <a:r>
              <a:rPr lang="en-US" altLang="zh-CN" sz="2400" b="1" noProof="0" dirty="0">
                <a:ln>
                  <a:noFill/>
                </a:ln>
                <a:solidFill>
                  <a:schemeClr val="tx1">
                    <a:lumMod val="65000"/>
                    <a:lumOff val="35000"/>
                  </a:schemeClr>
                </a:solidFill>
                <a:effectLst/>
                <a:uLnTx/>
                <a:uFillTx/>
                <a:cs typeface="+mn-ea"/>
                <a:sym typeface="+mn-lt"/>
              </a:rPr>
              <a:t>关键词</a:t>
            </a:r>
            <a:endParaRPr lang="en-US" altLang="zh-CN" sz="2400" b="1" noProof="0" dirty="0">
              <a:ln>
                <a:noFill/>
              </a:ln>
              <a:solidFill>
                <a:schemeClr val="tx1">
                  <a:lumMod val="65000"/>
                  <a:lumOff val="35000"/>
                </a:schemeClr>
              </a:solidFill>
              <a:effectLst/>
              <a:uLnTx/>
              <a:uFillTx/>
              <a:cs typeface="+mn-ea"/>
              <a:sym typeface="+mn-lt"/>
            </a:endParaRPr>
          </a:p>
        </p:txBody>
      </p:sp>
      <p:sp>
        <p:nvSpPr>
          <p:cNvPr id="55" name="文本框 54"/>
          <p:cNvSpPr txBox="1"/>
          <p:nvPr/>
        </p:nvSpPr>
        <p:spPr>
          <a:xfrm>
            <a:off x="6422390" y="2954655"/>
            <a:ext cx="1329055" cy="438150"/>
          </a:xfrm>
          <a:prstGeom prst="rect">
            <a:avLst/>
          </a:prstGeom>
          <a:noFill/>
        </p:spPr>
        <p:txBody>
          <a:bodyPr wrap="square" rtlCol="0">
            <a:spAutoFit/>
            <a:scene3d>
              <a:camera prst="orthographicFront"/>
              <a:lightRig rig="threePt" dir="t"/>
            </a:scene3d>
            <a:sp3d contourW="12700"/>
          </a:bodyPr>
          <a:lstStyle/>
          <a:p>
            <a:pPr lvl="0" algn="ctr">
              <a:lnSpc>
                <a:spcPct val="94000"/>
              </a:lnSpc>
              <a:spcBef>
                <a:spcPts val="0"/>
              </a:spcBef>
              <a:spcAft>
                <a:spcPts val="0"/>
              </a:spcAft>
              <a:buClrTx/>
              <a:buSzTx/>
              <a:buFontTx/>
              <a:defRPr/>
            </a:pPr>
            <a:r>
              <a:rPr lang="en-US" altLang="zh-CN" sz="2400" b="1" noProof="0" dirty="0">
                <a:ln>
                  <a:noFill/>
                </a:ln>
                <a:solidFill>
                  <a:schemeClr val="tx1">
                    <a:lumMod val="65000"/>
                    <a:lumOff val="35000"/>
                  </a:schemeClr>
                </a:solidFill>
                <a:effectLst/>
                <a:uLnTx/>
                <a:uFillTx/>
                <a:cs typeface="+mn-ea"/>
                <a:sym typeface="+mn-lt"/>
              </a:rPr>
              <a:t>关键词</a:t>
            </a:r>
            <a:endParaRPr lang="en-US" altLang="zh-CN" sz="2400" b="1" noProof="0" dirty="0">
              <a:ln>
                <a:noFill/>
              </a:ln>
              <a:solidFill>
                <a:schemeClr val="tx1">
                  <a:lumMod val="65000"/>
                  <a:lumOff val="35000"/>
                </a:schemeClr>
              </a:solidFill>
              <a:effectLst/>
              <a:uLnTx/>
              <a:uFillTx/>
              <a:cs typeface="+mn-ea"/>
              <a:sym typeface="+mn-lt"/>
            </a:endParaRPr>
          </a:p>
        </p:txBody>
      </p:sp>
      <p:sp>
        <p:nvSpPr>
          <p:cNvPr id="56" name="文本框 55"/>
          <p:cNvSpPr txBox="1"/>
          <p:nvPr/>
        </p:nvSpPr>
        <p:spPr>
          <a:xfrm>
            <a:off x="4104005" y="4001770"/>
            <a:ext cx="1329055" cy="438150"/>
          </a:xfrm>
          <a:prstGeom prst="rect">
            <a:avLst/>
          </a:prstGeom>
          <a:noFill/>
        </p:spPr>
        <p:txBody>
          <a:bodyPr wrap="square" rtlCol="0">
            <a:spAutoFit/>
            <a:scene3d>
              <a:camera prst="orthographicFront"/>
              <a:lightRig rig="threePt" dir="t"/>
            </a:scene3d>
            <a:sp3d contourW="12700"/>
          </a:bodyPr>
          <a:lstStyle/>
          <a:p>
            <a:pPr lvl="0" algn="ctr">
              <a:lnSpc>
                <a:spcPct val="94000"/>
              </a:lnSpc>
              <a:spcBef>
                <a:spcPts val="0"/>
              </a:spcBef>
              <a:spcAft>
                <a:spcPts val="0"/>
              </a:spcAft>
              <a:buClrTx/>
              <a:buSzTx/>
              <a:buFontTx/>
              <a:defRPr/>
            </a:pPr>
            <a:r>
              <a:rPr lang="en-US" altLang="zh-CN" sz="2400" b="1" noProof="0" dirty="0">
                <a:ln>
                  <a:noFill/>
                </a:ln>
                <a:solidFill>
                  <a:schemeClr val="tx1">
                    <a:lumMod val="65000"/>
                    <a:lumOff val="35000"/>
                  </a:schemeClr>
                </a:solidFill>
                <a:effectLst/>
                <a:uLnTx/>
                <a:uFillTx/>
                <a:cs typeface="+mn-ea"/>
                <a:sym typeface="+mn-lt"/>
              </a:rPr>
              <a:t>关键词</a:t>
            </a:r>
            <a:endParaRPr lang="en-US" altLang="zh-CN" sz="2400" b="1" noProof="0" dirty="0">
              <a:ln>
                <a:noFill/>
              </a:ln>
              <a:solidFill>
                <a:schemeClr val="tx1">
                  <a:lumMod val="65000"/>
                  <a:lumOff val="35000"/>
                </a:schemeClr>
              </a:solidFill>
              <a:effectLst/>
              <a:uLnTx/>
              <a:uFillTx/>
              <a:cs typeface="+mn-ea"/>
              <a:sym typeface="+mn-lt"/>
            </a:endParaRPr>
          </a:p>
        </p:txBody>
      </p:sp>
      <p:sp>
        <p:nvSpPr>
          <p:cNvPr id="57" name="文本框 56"/>
          <p:cNvSpPr txBox="1"/>
          <p:nvPr/>
        </p:nvSpPr>
        <p:spPr>
          <a:xfrm>
            <a:off x="8682990" y="4001770"/>
            <a:ext cx="1329055" cy="438150"/>
          </a:xfrm>
          <a:prstGeom prst="rect">
            <a:avLst/>
          </a:prstGeom>
          <a:noFill/>
        </p:spPr>
        <p:txBody>
          <a:bodyPr wrap="square" rtlCol="0">
            <a:spAutoFit/>
            <a:scene3d>
              <a:camera prst="orthographicFront"/>
              <a:lightRig rig="threePt" dir="t"/>
            </a:scene3d>
            <a:sp3d contourW="12700"/>
          </a:bodyPr>
          <a:lstStyle/>
          <a:p>
            <a:pPr lvl="0" algn="ctr">
              <a:lnSpc>
                <a:spcPct val="94000"/>
              </a:lnSpc>
              <a:spcBef>
                <a:spcPts val="0"/>
              </a:spcBef>
              <a:spcAft>
                <a:spcPts val="0"/>
              </a:spcAft>
              <a:buClrTx/>
              <a:buSzTx/>
              <a:buFontTx/>
              <a:defRPr/>
            </a:pPr>
            <a:r>
              <a:rPr lang="en-US" altLang="zh-CN" sz="2400" b="1" noProof="0" dirty="0">
                <a:ln>
                  <a:noFill/>
                </a:ln>
                <a:solidFill>
                  <a:schemeClr val="tx1">
                    <a:lumMod val="65000"/>
                    <a:lumOff val="35000"/>
                  </a:schemeClr>
                </a:solidFill>
                <a:effectLst/>
                <a:uLnTx/>
                <a:uFillTx/>
                <a:cs typeface="+mn-ea"/>
                <a:sym typeface="+mn-lt"/>
              </a:rPr>
              <a:t>关键词</a:t>
            </a:r>
            <a:endParaRPr lang="en-US" altLang="zh-CN" sz="2400" b="1" noProof="0" dirty="0">
              <a:ln>
                <a:noFill/>
              </a:ln>
              <a:solidFill>
                <a:schemeClr val="tx1">
                  <a:lumMod val="65000"/>
                  <a:lumOff val="35000"/>
                </a:schemeClr>
              </a:solidFill>
              <a:effectLst/>
              <a:uLnTx/>
              <a:uFillTx/>
              <a:cs typeface="+mn-ea"/>
              <a:sym typeface="+mn-lt"/>
            </a:endParaRPr>
          </a:p>
        </p:txBody>
      </p:sp>
      <p:pic>
        <p:nvPicPr>
          <p:cNvPr id="2" name="图片 1"/>
          <p:cNvPicPr>
            <a:picLocks noChangeAspect="1"/>
          </p:cNvPicPr>
          <p:nvPr/>
        </p:nvPicPr>
        <p:blipFill>
          <a:blip r:embed="rId1">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70340"/>
            <a:ext cx="4840377" cy="885151"/>
          </a:xfrm>
          <a:prstGeom prst="rect">
            <a:avLst/>
          </a:prstGeom>
        </p:spPr>
      </p:pic>
      <p:sp>
        <p:nvSpPr>
          <p:cNvPr id="19" name="矩形 18"/>
          <p:cNvSpPr/>
          <p:nvPr/>
        </p:nvSpPr>
        <p:spPr>
          <a:xfrm>
            <a:off x="1010013" y="6007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endParaRPr lang="zh-CN" altLang="en-US" sz="2000" spc="300" dirty="0">
              <a:solidFill>
                <a:schemeClr val="tx2"/>
              </a:solidFill>
              <a:cs typeface="+mn-ea"/>
              <a:sym typeface="+mn-lt"/>
            </a:endParaRPr>
          </a:p>
        </p:txBody>
      </p:sp>
      <p:grpSp>
        <p:nvGrpSpPr>
          <p:cNvPr id="21" name="组合 20"/>
          <p:cNvGrpSpPr/>
          <p:nvPr/>
        </p:nvGrpSpPr>
        <p:grpSpPr>
          <a:xfrm rot="10800000">
            <a:off x="0" y="304408"/>
            <a:ext cx="1010103" cy="857396"/>
            <a:chOff x="-39567" y="0"/>
            <a:chExt cx="1677745" cy="1424104"/>
          </a:xfrm>
        </p:grpSpPr>
        <p:sp>
          <p:nvSpPr>
            <p:cNvPr id="22" name="iṡḻiďè"/>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3" name="iṡḻiďè"/>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16"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par>
                                <p:cTn id="15" presetID="53" presetClass="entr" presetSubtype="16"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ppt_w</p:attrName>
                                        </p:attrNameLst>
                                      </p:cBhvr>
                                      <p:tavLst>
                                        <p:tav tm="0">
                                          <p:val>
                                            <p:fltVal val="0"/>
                                          </p:val>
                                        </p:tav>
                                        <p:tav tm="100000">
                                          <p:val>
                                            <p:strVal val="#ppt_w"/>
                                          </p:val>
                                        </p:tav>
                                      </p:tavLst>
                                    </p:anim>
                                    <p:anim calcmode="lin" valueType="num">
                                      <p:cBhvr>
                                        <p:cTn id="18" dur="500" fill="hold"/>
                                        <p:tgtEl>
                                          <p:spTgt spid="30"/>
                                        </p:tgtEl>
                                        <p:attrNameLst>
                                          <p:attrName>ppt_h</p:attrName>
                                        </p:attrNameLst>
                                      </p:cBhvr>
                                      <p:tavLst>
                                        <p:tav tm="0">
                                          <p:val>
                                            <p:fltVal val="0"/>
                                          </p:val>
                                        </p:tav>
                                        <p:tav tm="100000">
                                          <p:val>
                                            <p:strVal val="#ppt_h"/>
                                          </p:val>
                                        </p:tav>
                                      </p:tavLst>
                                    </p:anim>
                                    <p:animEffect transition="in" filter="fade">
                                      <p:cBhvr>
                                        <p:cTn id="19" dur="500"/>
                                        <p:tgtEl>
                                          <p:spTgt spid="30"/>
                                        </p:tgtEl>
                                      </p:cBhvr>
                                    </p:animEffect>
                                  </p:childTnLst>
                                </p:cTn>
                              </p:par>
                              <p:par>
                                <p:cTn id="20" presetID="53" presetClass="entr" presetSubtype="16"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ppt_w</p:attrName>
                                        </p:attrNameLst>
                                      </p:cBhvr>
                                      <p:tavLst>
                                        <p:tav tm="0">
                                          <p:val>
                                            <p:fltVal val="0"/>
                                          </p:val>
                                        </p:tav>
                                        <p:tav tm="100000">
                                          <p:val>
                                            <p:strVal val="#ppt_w"/>
                                          </p:val>
                                        </p:tav>
                                      </p:tavLst>
                                    </p:anim>
                                    <p:anim calcmode="lin" valueType="num">
                                      <p:cBhvr>
                                        <p:cTn id="23" dur="500" fill="hold"/>
                                        <p:tgtEl>
                                          <p:spTgt spid="31"/>
                                        </p:tgtEl>
                                        <p:attrNameLst>
                                          <p:attrName>ppt_h</p:attrName>
                                        </p:attrNameLst>
                                      </p:cBhvr>
                                      <p:tavLst>
                                        <p:tav tm="0">
                                          <p:val>
                                            <p:fltVal val="0"/>
                                          </p:val>
                                        </p:tav>
                                        <p:tav tm="100000">
                                          <p:val>
                                            <p:strVal val="#ppt_h"/>
                                          </p:val>
                                        </p:tav>
                                      </p:tavLst>
                                    </p:anim>
                                    <p:animEffect transition="in" filter="fade">
                                      <p:cBhvr>
                                        <p:cTn id="24" dur="500"/>
                                        <p:tgtEl>
                                          <p:spTgt spid="31"/>
                                        </p:tgtEl>
                                      </p:cBhvr>
                                    </p:animEffect>
                                  </p:childTnLst>
                                </p:cTn>
                              </p:par>
                              <p:par>
                                <p:cTn id="25" presetID="53" presetClass="entr" presetSubtype="16"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p:cTn id="27" dur="500" fill="hold"/>
                                        <p:tgtEl>
                                          <p:spTgt spid="32"/>
                                        </p:tgtEl>
                                        <p:attrNameLst>
                                          <p:attrName>ppt_w</p:attrName>
                                        </p:attrNameLst>
                                      </p:cBhvr>
                                      <p:tavLst>
                                        <p:tav tm="0">
                                          <p:val>
                                            <p:fltVal val="0"/>
                                          </p:val>
                                        </p:tav>
                                        <p:tav tm="100000">
                                          <p:val>
                                            <p:strVal val="#ppt_w"/>
                                          </p:val>
                                        </p:tav>
                                      </p:tavLst>
                                    </p:anim>
                                    <p:anim calcmode="lin" valueType="num">
                                      <p:cBhvr>
                                        <p:cTn id="28" dur="500" fill="hold"/>
                                        <p:tgtEl>
                                          <p:spTgt spid="32"/>
                                        </p:tgtEl>
                                        <p:attrNameLst>
                                          <p:attrName>ppt_h</p:attrName>
                                        </p:attrNameLst>
                                      </p:cBhvr>
                                      <p:tavLst>
                                        <p:tav tm="0">
                                          <p:val>
                                            <p:fltVal val="0"/>
                                          </p:val>
                                        </p:tav>
                                        <p:tav tm="100000">
                                          <p:val>
                                            <p:strVal val="#ppt_h"/>
                                          </p:val>
                                        </p:tav>
                                      </p:tavLst>
                                    </p:anim>
                                    <p:animEffect transition="in" filter="fade">
                                      <p:cBhvr>
                                        <p:cTn id="29" dur="500"/>
                                        <p:tgtEl>
                                          <p:spTgt spid="3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p:cTn id="32" dur="500" fill="hold"/>
                                        <p:tgtEl>
                                          <p:spTgt spid="33"/>
                                        </p:tgtEl>
                                        <p:attrNameLst>
                                          <p:attrName>ppt_w</p:attrName>
                                        </p:attrNameLst>
                                      </p:cBhvr>
                                      <p:tavLst>
                                        <p:tav tm="0">
                                          <p:val>
                                            <p:fltVal val="0"/>
                                          </p:val>
                                        </p:tav>
                                        <p:tav tm="100000">
                                          <p:val>
                                            <p:strVal val="#ppt_w"/>
                                          </p:val>
                                        </p:tav>
                                      </p:tavLst>
                                    </p:anim>
                                    <p:anim calcmode="lin" valueType="num">
                                      <p:cBhvr>
                                        <p:cTn id="33" dur="500" fill="hold"/>
                                        <p:tgtEl>
                                          <p:spTgt spid="33"/>
                                        </p:tgtEl>
                                        <p:attrNameLst>
                                          <p:attrName>ppt_h</p:attrName>
                                        </p:attrNameLst>
                                      </p:cBhvr>
                                      <p:tavLst>
                                        <p:tav tm="0">
                                          <p:val>
                                            <p:fltVal val="0"/>
                                          </p:val>
                                        </p:tav>
                                        <p:tav tm="100000">
                                          <p:val>
                                            <p:strVal val="#ppt_h"/>
                                          </p:val>
                                        </p:tav>
                                      </p:tavLst>
                                    </p:anim>
                                    <p:animEffect transition="in" filter="fade">
                                      <p:cBhvr>
                                        <p:cTn id="34" dur="500"/>
                                        <p:tgtEl>
                                          <p:spTgt spid="33"/>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p:cTn id="37" dur="500" fill="hold"/>
                                        <p:tgtEl>
                                          <p:spTgt spid="34"/>
                                        </p:tgtEl>
                                        <p:attrNameLst>
                                          <p:attrName>ppt_w</p:attrName>
                                        </p:attrNameLst>
                                      </p:cBhvr>
                                      <p:tavLst>
                                        <p:tav tm="0">
                                          <p:val>
                                            <p:fltVal val="0"/>
                                          </p:val>
                                        </p:tav>
                                        <p:tav tm="100000">
                                          <p:val>
                                            <p:strVal val="#ppt_w"/>
                                          </p:val>
                                        </p:tav>
                                      </p:tavLst>
                                    </p:anim>
                                    <p:anim calcmode="lin" valueType="num">
                                      <p:cBhvr>
                                        <p:cTn id="38" dur="500" fill="hold"/>
                                        <p:tgtEl>
                                          <p:spTgt spid="34"/>
                                        </p:tgtEl>
                                        <p:attrNameLst>
                                          <p:attrName>ppt_h</p:attrName>
                                        </p:attrNameLst>
                                      </p:cBhvr>
                                      <p:tavLst>
                                        <p:tav tm="0">
                                          <p:val>
                                            <p:fltVal val="0"/>
                                          </p:val>
                                        </p:tav>
                                        <p:tav tm="100000">
                                          <p:val>
                                            <p:strVal val="#ppt_h"/>
                                          </p:val>
                                        </p:tav>
                                      </p:tavLst>
                                    </p:anim>
                                    <p:animEffect transition="in" filter="fade">
                                      <p:cBhvr>
                                        <p:cTn id="39" dur="500"/>
                                        <p:tgtEl>
                                          <p:spTgt spid="3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p:cTn id="42" dur="500" fill="hold"/>
                                        <p:tgtEl>
                                          <p:spTgt spid="35"/>
                                        </p:tgtEl>
                                        <p:attrNameLst>
                                          <p:attrName>ppt_w</p:attrName>
                                        </p:attrNameLst>
                                      </p:cBhvr>
                                      <p:tavLst>
                                        <p:tav tm="0">
                                          <p:val>
                                            <p:fltVal val="0"/>
                                          </p:val>
                                        </p:tav>
                                        <p:tav tm="100000">
                                          <p:val>
                                            <p:strVal val="#ppt_w"/>
                                          </p:val>
                                        </p:tav>
                                      </p:tavLst>
                                    </p:anim>
                                    <p:anim calcmode="lin" valueType="num">
                                      <p:cBhvr>
                                        <p:cTn id="43" dur="500" fill="hold"/>
                                        <p:tgtEl>
                                          <p:spTgt spid="35"/>
                                        </p:tgtEl>
                                        <p:attrNameLst>
                                          <p:attrName>ppt_h</p:attrName>
                                        </p:attrNameLst>
                                      </p:cBhvr>
                                      <p:tavLst>
                                        <p:tav tm="0">
                                          <p:val>
                                            <p:fltVal val="0"/>
                                          </p:val>
                                        </p:tav>
                                        <p:tav tm="100000">
                                          <p:val>
                                            <p:strVal val="#ppt_h"/>
                                          </p:val>
                                        </p:tav>
                                      </p:tavLst>
                                    </p:anim>
                                    <p:animEffect transition="in" filter="fade">
                                      <p:cBhvr>
                                        <p:cTn id="44" dur="500"/>
                                        <p:tgtEl>
                                          <p:spTgt spid="3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 calcmode="lin" valueType="num">
                                      <p:cBhvr>
                                        <p:cTn id="47" dur="500" fill="hold"/>
                                        <p:tgtEl>
                                          <p:spTgt spid="36"/>
                                        </p:tgtEl>
                                        <p:attrNameLst>
                                          <p:attrName>ppt_w</p:attrName>
                                        </p:attrNameLst>
                                      </p:cBhvr>
                                      <p:tavLst>
                                        <p:tav tm="0">
                                          <p:val>
                                            <p:fltVal val="0"/>
                                          </p:val>
                                        </p:tav>
                                        <p:tav tm="100000">
                                          <p:val>
                                            <p:strVal val="#ppt_w"/>
                                          </p:val>
                                        </p:tav>
                                      </p:tavLst>
                                    </p:anim>
                                    <p:anim calcmode="lin" valueType="num">
                                      <p:cBhvr>
                                        <p:cTn id="48" dur="500" fill="hold"/>
                                        <p:tgtEl>
                                          <p:spTgt spid="36"/>
                                        </p:tgtEl>
                                        <p:attrNameLst>
                                          <p:attrName>ppt_h</p:attrName>
                                        </p:attrNameLst>
                                      </p:cBhvr>
                                      <p:tavLst>
                                        <p:tav tm="0">
                                          <p:val>
                                            <p:fltVal val="0"/>
                                          </p:val>
                                        </p:tav>
                                        <p:tav tm="100000">
                                          <p:val>
                                            <p:strVal val="#ppt_h"/>
                                          </p:val>
                                        </p:tav>
                                      </p:tavLst>
                                    </p:anim>
                                    <p:animEffect transition="in" filter="fade">
                                      <p:cBhvr>
                                        <p:cTn id="49" dur="500"/>
                                        <p:tgtEl>
                                          <p:spTgt spid="36"/>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 calcmode="lin" valueType="num">
                                      <p:cBhvr>
                                        <p:cTn id="52" dur="500" fill="hold"/>
                                        <p:tgtEl>
                                          <p:spTgt spid="37"/>
                                        </p:tgtEl>
                                        <p:attrNameLst>
                                          <p:attrName>ppt_w</p:attrName>
                                        </p:attrNameLst>
                                      </p:cBhvr>
                                      <p:tavLst>
                                        <p:tav tm="0">
                                          <p:val>
                                            <p:fltVal val="0"/>
                                          </p:val>
                                        </p:tav>
                                        <p:tav tm="100000">
                                          <p:val>
                                            <p:strVal val="#ppt_w"/>
                                          </p:val>
                                        </p:tav>
                                      </p:tavLst>
                                    </p:anim>
                                    <p:anim calcmode="lin" valueType="num">
                                      <p:cBhvr>
                                        <p:cTn id="53" dur="500" fill="hold"/>
                                        <p:tgtEl>
                                          <p:spTgt spid="37"/>
                                        </p:tgtEl>
                                        <p:attrNameLst>
                                          <p:attrName>ppt_h</p:attrName>
                                        </p:attrNameLst>
                                      </p:cBhvr>
                                      <p:tavLst>
                                        <p:tav tm="0">
                                          <p:val>
                                            <p:fltVal val="0"/>
                                          </p:val>
                                        </p:tav>
                                        <p:tav tm="100000">
                                          <p:val>
                                            <p:strVal val="#ppt_h"/>
                                          </p:val>
                                        </p:tav>
                                      </p:tavLst>
                                    </p:anim>
                                    <p:animEffect transition="in" filter="fade">
                                      <p:cBhvr>
                                        <p:cTn id="54" dur="500"/>
                                        <p:tgtEl>
                                          <p:spTgt spid="37"/>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 calcmode="lin" valueType="num">
                                      <p:cBhvr>
                                        <p:cTn id="57" dur="500" fill="hold"/>
                                        <p:tgtEl>
                                          <p:spTgt spid="38"/>
                                        </p:tgtEl>
                                        <p:attrNameLst>
                                          <p:attrName>ppt_w</p:attrName>
                                        </p:attrNameLst>
                                      </p:cBhvr>
                                      <p:tavLst>
                                        <p:tav tm="0">
                                          <p:val>
                                            <p:fltVal val="0"/>
                                          </p:val>
                                        </p:tav>
                                        <p:tav tm="100000">
                                          <p:val>
                                            <p:strVal val="#ppt_w"/>
                                          </p:val>
                                        </p:tav>
                                      </p:tavLst>
                                    </p:anim>
                                    <p:anim calcmode="lin" valueType="num">
                                      <p:cBhvr>
                                        <p:cTn id="58" dur="500" fill="hold"/>
                                        <p:tgtEl>
                                          <p:spTgt spid="38"/>
                                        </p:tgtEl>
                                        <p:attrNameLst>
                                          <p:attrName>ppt_h</p:attrName>
                                        </p:attrNameLst>
                                      </p:cBhvr>
                                      <p:tavLst>
                                        <p:tav tm="0">
                                          <p:val>
                                            <p:fltVal val="0"/>
                                          </p:val>
                                        </p:tav>
                                        <p:tav tm="100000">
                                          <p:val>
                                            <p:strVal val="#ppt_h"/>
                                          </p:val>
                                        </p:tav>
                                      </p:tavLst>
                                    </p:anim>
                                    <p:animEffect transition="in" filter="fade">
                                      <p:cBhvr>
                                        <p:cTn id="59" dur="500"/>
                                        <p:tgtEl>
                                          <p:spTgt spid="38"/>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p:cTn id="62" dur="500" fill="hold"/>
                                        <p:tgtEl>
                                          <p:spTgt spid="39"/>
                                        </p:tgtEl>
                                        <p:attrNameLst>
                                          <p:attrName>ppt_w</p:attrName>
                                        </p:attrNameLst>
                                      </p:cBhvr>
                                      <p:tavLst>
                                        <p:tav tm="0">
                                          <p:val>
                                            <p:fltVal val="0"/>
                                          </p:val>
                                        </p:tav>
                                        <p:tav tm="100000">
                                          <p:val>
                                            <p:strVal val="#ppt_w"/>
                                          </p:val>
                                        </p:tav>
                                      </p:tavLst>
                                    </p:anim>
                                    <p:anim calcmode="lin" valueType="num">
                                      <p:cBhvr>
                                        <p:cTn id="63" dur="500" fill="hold"/>
                                        <p:tgtEl>
                                          <p:spTgt spid="39"/>
                                        </p:tgtEl>
                                        <p:attrNameLst>
                                          <p:attrName>ppt_h</p:attrName>
                                        </p:attrNameLst>
                                      </p:cBhvr>
                                      <p:tavLst>
                                        <p:tav tm="0">
                                          <p:val>
                                            <p:fltVal val="0"/>
                                          </p:val>
                                        </p:tav>
                                        <p:tav tm="100000">
                                          <p:val>
                                            <p:strVal val="#ppt_h"/>
                                          </p:val>
                                        </p:tav>
                                      </p:tavLst>
                                    </p:anim>
                                    <p:animEffect transition="in" filter="fade">
                                      <p:cBhvr>
                                        <p:cTn id="64" dur="500"/>
                                        <p:tgtEl>
                                          <p:spTgt spid="39"/>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 calcmode="lin" valueType="num">
                                      <p:cBhvr>
                                        <p:cTn id="67" dur="500" fill="hold"/>
                                        <p:tgtEl>
                                          <p:spTgt spid="40"/>
                                        </p:tgtEl>
                                        <p:attrNameLst>
                                          <p:attrName>ppt_w</p:attrName>
                                        </p:attrNameLst>
                                      </p:cBhvr>
                                      <p:tavLst>
                                        <p:tav tm="0">
                                          <p:val>
                                            <p:fltVal val="0"/>
                                          </p:val>
                                        </p:tav>
                                        <p:tav tm="100000">
                                          <p:val>
                                            <p:strVal val="#ppt_w"/>
                                          </p:val>
                                        </p:tav>
                                      </p:tavLst>
                                    </p:anim>
                                    <p:anim calcmode="lin" valueType="num">
                                      <p:cBhvr>
                                        <p:cTn id="68" dur="500" fill="hold"/>
                                        <p:tgtEl>
                                          <p:spTgt spid="40"/>
                                        </p:tgtEl>
                                        <p:attrNameLst>
                                          <p:attrName>ppt_h</p:attrName>
                                        </p:attrNameLst>
                                      </p:cBhvr>
                                      <p:tavLst>
                                        <p:tav tm="0">
                                          <p:val>
                                            <p:fltVal val="0"/>
                                          </p:val>
                                        </p:tav>
                                        <p:tav tm="100000">
                                          <p:val>
                                            <p:strVal val="#ppt_h"/>
                                          </p:val>
                                        </p:tav>
                                      </p:tavLst>
                                    </p:anim>
                                    <p:animEffect transition="in" filter="fade">
                                      <p:cBhvr>
                                        <p:cTn id="69" dur="500"/>
                                        <p:tgtEl>
                                          <p:spTgt spid="40"/>
                                        </p:tgtEl>
                                      </p:cBhvr>
                                    </p:animEffect>
                                  </p:childTnLst>
                                </p:cTn>
                              </p:par>
                              <p:par>
                                <p:cTn id="70" presetID="53" presetClass="entr" presetSubtype="16" fill="hold" nodeType="withEffect">
                                  <p:stCondLst>
                                    <p:cond delay="0"/>
                                  </p:stCondLst>
                                  <p:childTnLst>
                                    <p:set>
                                      <p:cBhvr>
                                        <p:cTn id="71" dur="1" fill="hold">
                                          <p:stCondLst>
                                            <p:cond delay="0"/>
                                          </p:stCondLst>
                                        </p:cTn>
                                        <p:tgtEl>
                                          <p:spTgt spid="41"/>
                                        </p:tgtEl>
                                        <p:attrNameLst>
                                          <p:attrName>style.visibility</p:attrName>
                                        </p:attrNameLst>
                                      </p:cBhvr>
                                      <p:to>
                                        <p:strVal val="visible"/>
                                      </p:to>
                                    </p:set>
                                    <p:anim calcmode="lin" valueType="num">
                                      <p:cBhvr>
                                        <p:cTn id="72" dur="500" fill="hold"/>
                                        <p:tgtEl>
                                          <p:spTgt spid="41"/>
                                        </p:tgtEl>
                                        <p:attrNameLst>
                                          <p:attrName>ppt_w</p:attrName>
                                        </p:attrNameLst>
                                      </p:cBhvr>
                                      <p:tavLst>
                                        <p:tav tm="0">
                                          <p:val>
                                            <p:fltVal val="0"/>
                                          </p:val>
                                        </p:tav>
                                        <p:tav tm="100000">
                                          <p:val>
                                            <p:strVal val="#ppt_w"/>
                                          </p:val>
                                        </p:tav>
                                      </p:tavLst>
                                    </p:anim>
                                    <p:anim calcmode="lin" valueType="num">
                                      <p:cBhvr>
                                        <p:cTn id="73" dur="500" fill="hold"/>
                                        <p:tgtEl>
                                          <p:spTgt spid="41"/>
                                        </p:tgtEl>
                                        <p:attrNameLst>
                                          <p:attrName>ppt_h</p:attrName>
                                        </p:attrNameLst>
                                      </p:cBhvr>
                                      <p:tavLst>
                                        <p:tav tm="0">
                                          <p:val>
                                            <p:fltVal val="0"/>
                                          </p:val>
                                        </p:tav>
                                        <p:tav tm="100000">
                                          <p:val>
                                            <p:strVal val="#ppt_h"/>
                                          </p:val>
                                        </p:tav>
                                      </p:tavLst>
                                    </p:anim>
                                    <p:animEffect transition="in" filter="fade">
                                      <p:cBhvr>
                                        <p:cTn id="74" dur="500"/>
                                        <p:tgtEl>
                                          <p:spTgt spid="41"/>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47"/>
                                        </p:tgtEl>
                                        <p:attrNameLst>
                                          <p:attrName>style.visibility</p:attrName>
                                        </p:attrNameLst>
                                      </p:cBhvr>
                                      <p:to>
                                        <p:strVal val="visible"/>
                                      </p:to>
                                    </p:set>
                                    <p:anim calcmode="lin" valueType="num">
                                      <p:cBhvr>
                                        <p:cTn id="77" dur="500" fill="hold"/>
                                        <p:tgtEl>
                                          <p:spTgt spid="47"/>
                                        </p:tgtEl>
                                        <p:attrNameLst>
                                          <p:attrName>ppt_w</p:attrName>
                                        </p:attrNameLst>
                                      </p:cBhvr>
                                      <p:tavLst>
                                        <p:tav tm="0">
                                          <p:val>
                                            <p:fltVal val="0"/>
                                          </p:val>
                                        </p:tav>
                                        <p:tav tm="100000">
                                          <p:val>
                                            <p:strVal val="#ppt_w"/>
                                          </p:val>
                                        </p:tav>
                                      </p:tavLst>
                                    </p:anim>
                                    <p:anim calcmode="lin" valueType="num">
                                      <p:cBhvr>
                                        <p:cTn id="78" dur="500" fill="hold"/>
                                        <p:tgtEl>
                                          <p:spTgt spid="47"/>
                                        </p:tgtEl>
                                        <p:attrNameLst>
                                          <p:attrName>ppt_h</p:attrName>
                                        </p:attrNameLst>
                                      </p:cBhvr>
                                      <p:tavLst>
                                        <p:tav tm="0">
                                          <p:val>
                                            <p:fltVal val="0"/>
                                          </p:val>
                                        </p:tav>
                                        <p:tav tm="100000">
                                          <p:val>
                                            <p:strVal val="#ppt_h"/>
                                          </p:val>
                                        </p:tav>
                                      </p:tavLst>
                                    </p:anim>
                                    <p:animEffect transition="in" filter="fade">
                                      <p:cBhvr>
                                        <p:cTn id="79" dur="500"/>
                                        <p:tgtEl>
                                          <p:spTgt spid="47"/>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48"/>
                                        </p:tgtEl>
                                        <p:attrNameLst>
                                          <p:attrName>style.visibility</p:attrName>
                                        </p:attrNameLst>
                                      </p:cBhvr>
                                      <p:to>
                                        <p:strVal val="visible"/>
                                      </p:to>
                                    </p:set>
                                    <p:anim calcmode="lin" valueType="num">
                                      <p:cBhvr>
                                        <p:cTn id="82" dur="500" fill="hold"/>
                                        <p:tgtEl>
                                          <p:spTgt spid="48"/>
                                        </p:tgtEl>
                                        <p:attrNameLst>
                                          <p:attrName>ppt_w</p:attrName>
                                        </p:attrNameLst>
                                      </p:cBhvr>
                                      <p:tavLst>
                                        <p:tav tm="0">
                                          <p:val>
                                            <p:fltVal val="0"/>
                                          </p:val>
                                        </p:tav>
                                        <p:tav tm="100000">
                                          <p:val>
                                            <p:strVal val="#ppt_w"/>
                                          </p:val>
                                        </p:tav>
                                      </p:tavLst>
                                    </p:anim>
                                    <p:anim calcmode="lin" valueType="num">
                                      <p:cBhvr>
                                        <p:cTn id="83" dur="500" fill="hold"/>
                                        <p:tgtEl>
                                          <p:spTgt spid="48"/>
                                        </p:tgtEl>
                                        <p:attrNameLst>
                                          <p:attrName>ppt_h</p:attrName>
                                        </p:attrNameLst>
                                      </p:cBhvr>
                                      <p:tavLst>
                                        <p:tav tm="0">
                                          <p:val>
                                            <p:fltVal val="0"/>
                                          </p:val>
                                        </p:tav>
                                        <p:tav tm="100000">
                                          <p:val>
                                            <p:strVal val="#ppt_h"/>
                                          </p:val>
                                        </p:tav>
                                      </p:tavLst>
                                    </p:anim>
                                    <p:animEffect transition="in" filter="fade">
                                      <p:cBhvr>
                                        <p:cTn id="84" dur="500"/>
                                        <p:tgtEl>
                                          <p:spTgt spid="48"/>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49"/>
                                        </p:tgtEl>
                                        <p:attrNameLst>
                                          <p:attrName>style.visibility</p:attrName>
                                        </p:attrNameLst>
                                      </p:cBhvr>
                                      <p:to>
                                        <p:strVal val="visible"/>
                                      </p:to>
                                    </p:set>
                                    <p:anim calcmode="lin" valueType="num">
                                      <p:cBhvr>
                                        <p:cTn id="87" dur="500" fill="hold"/>
                                        <p:tgtEl>
                                          <p:spTgt spid="49"/>
                                        </p:tgtEl>
                                        <p:attrNameLst>
                                          <p:attrName>ppt_w</p:attrName>
                                        </p:attrNameLst>
                                      </p:cBhvr>
                                      <p:tavLst>
                                        <p:tav tm="0">
                                          <p:val>
                                            <p:fltVal val="0"/>
                                          </p:val>
                                        </p:tav>
                                        <p:tav tm="100000">
                                          <p:val>
                                            <p:strVal val="#ppt_w"/>
                                          </p:val>
                                        </p:tav>
                                      </p:tavLst>
                                    </p:anim>
                                    <p:anim calcmode="lin" valueType="num">
                                      <p:cBhvr>
                                        <p:cTn id="88" dur="500" fill="hold"/>
                                        <p:tgtEl>
                                          <p:spTgt spid="49"/>
                                        </p:tgtEl>
                                        <p:attrNameLst>
                                          <p:attrName>ppt_h</p:attrName>
                                        </p:attrNameLst>
                                      </p:cBhvr>
                                      <p:tavLst>
                                        <p:tav tm="0">
                                          <p:val>
                                            <p:fltVal val="0"/>
                                          </p:val>
                                        </p:tav>
                                        <p:tav tm="100000">
                                          <p:val>
                                            <p:strVal val="#ppt_h"/>
                                          </p:val>
                                        </p:tav>
                                      </p:tavLst>
                                    </p:anim>
                                    <p:animEffect transition="in" filter="fade">
                                      <p:cBhvr>
                                        <p:cTn id="89" dur="500"/>
                                        <p:tgtEl>
                                          <p:spTgt spid="49"/>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50"/>
                                        </p:tgtEl>
                                        <p:attrNameLst>
                                          <p:attrName>style.visibility</p:attrName>
                                        </p:attrNameLst>
                                      </p:cBhvr>
                                      <p:to>
                                        <p:strVal val="visible"/>
                                      </p:to>
                                    </p:set>
                                    <p:anim calcmode="lin" valueType="num">
                                      <p:cBhvr>
                                        <p:cTn id="92" dur="500" fill="hold"/>
                                        <p:tgtEl>
                                          <p:spTgt spid="50"/>
                                        </p:tgtEl>
                                        <p:attrNameLst>
                                          <p:attrName>ppt_w</p:attrName>
                                        </p:attrNameLst>
                                      </p:cBhvr>
                                      <p:tavLst>
                                        <p:tav tm="0">
                                          <p:val>
                                            <p:fltVal val="0"/>
                                          </p:val>
                                        </p:tav>
                                        <p:tav tm="100000">
                                          <p:val>
                                            <p:strVal val="#ppt_w"/>
                                          </p:val>
                                        </p:tav>
                                      </p:tavLst>
                                    </p:anim>
                                    <p:anim calcmode="lin" valueType="num">
                                      <p:cBhvr>
                                        <p:cTn id="93" dur="500" fill="hold"/>
                                        <p:tgtEl>
                                          <p:spTgt spid="50"/>
                                        </p:tgtEl>
                                        <p:attrNameLst>
                                          <p:attrName>ppt_h</p:attrName>
                                        </p:attrNameLst>
                                      </p:cBhvr>
                                      <p:tavLst>
                                        <p:tav tm="0">
                                          <p:val>
                                            <p:fltVal val="0"/>
                                          </p:val>
                                        </p:tav>
                                        <p:tav tm="100000">
                                          <p:val>
                                            <p:strVal val="#ppt_h"/>
                                          </p:val>
                                        </p:tav>
                                      </p:tavLst>
                                    </p:anim>
                                    <p:animEffect transition="in" filter="fade">
                                      <p:cBhvr>
                                        <p:cTn id="94" dur="500"/>
                                        <p:tgtEl>
                                          <p:spTgt spid="50"/>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51"/>
                                        </p:tgtEl>
                                        <p:attrNameLst>
                                          <p:attrName>style.visibility</p:attrName>
                                        </p:attrNameLst>
                                      </p:cBhvr>
                                      <p:to>
                                        <p:strVal val="visible"/>
                                      </p:to>
                                    </p:set>
                                    <p:anim calcmode="lin" valueType="num">
                                      <p:cBhvr>
                                        <p:cTn id="97" dur="500" fill="hold"/>
                                        <p:tgtEl>
                                          <p:spTgt spid="51"/>
                                        </p:tgtEl>
                                        <p:attrNameLst>
                                          <p:attrName>ppt_w</p:attrName>
                                        </p:attrNameLst>
                                      </p:cBhvr>
                                      <p:tavLst>
                                        <p:tav tm="0">
                                          <p:val>
                                            <p:fltVal val="0"/>
                                          </p:val>
                                        </p:tav>
                                        <p:tav tm="100000">
                                          <p:val>
                                            <p:strVal val="#ppt_w"/>
                                          </p:val>
                                        </p:tav>
                                      </p:tavLst>
                                    </p:anim>
                                    <p:anim calcmode="lin" valueType="num">
                                      <p:cBhvr>
                                        <p:cTn id="98" dur="500" fill="hold"/>
                                        <p:tgtEl>
                                          <p:spTgt spid="51"/>
                                        </p:tgtEl>
                                        <p:attrNameLst>
                                          <p:attrName>ppt_h</p:attrName>
                                        </p:attrNameLst>
                                      </p:cBhvr>
                                      <p:tavLst>
                                        <p:tav tm="0">
                                          <p:val>
                                            <p:fltVal val="0"/>
                                          </p:val>
                                        </p:tav>
                                        <p:tav tm="100000">
                                          <p:val>
                                            <p:strVal val="#ppt_h"/>
                                          </p:val>
                                        </p:tav>
                                      </p:tavLst>
                                    </p:anim>
                                    <p:animEffect transition="in" filter="fade">
                                      <p:cBhvr>
                                        <p:cTn id="99" dur="500"/>
                                        <p:tgtEl>
                                          <p:spTgt spid="51"/>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52"/>
                                        </p:tgtEl>
                                        <p:attrNameLst>
                                          <p:attrName>style.visibility</p:attrName>
                                        </p:attrNameLst>
                                      </p:cBhvr>
                                      <p:to>
                                        <p:strVal val="visible"/>
                                      </p:to>
                                    </p:set>
                                    <p:anim calcmode="lin" valueType="num">
                                      <p:cBhvr>
                                        <p:cTn id="102" dur="500" fill="hold"/>
                                        <p:tgtEl>
                                          <p:spTgt spid="52"/>
                                        </p:tgtEl>
                                        <p:attrNameLst>
                                          <p:attrName>ppt_w</p:attrName>
                                        </p:attrNameLst>
                                      </p:cBhvr>
                                      <p:tavLst>
                                        <p:tav tm="0">
                                          <p:val>
                                            <p:fltVal val="0"/>
                                          </p:val>
                                        </p:tav>
                                        <p:tav tm="100000">
                                          <p:val>
                                            <p:strVal val="#ppt_w"/>
                                          </p:val>
                                        </p:tav>
                                      </p:tavLst>
                                    </p:anim>
                                    <p:anim calcmode="lin" valueType="num">
                                      <p:cBhvr>
                                        <p:cTn id="103" dur="500" fill="hold"/>
                                        <p:tgtEl>
                                          <p:spTgt spid="52"/>
                                        </p:tgtEl>
                                        <p:attrNameLst>
                                          <p:attrName>ppt_h</p:attrName>
                                        </p:attrNameLst>
                                      </p:cBhvr>
                                      <p:tavLst>
                                        <p:tav tm="0">
                                          <p:val>
                                            <p:fltVal val="0"/>
                                          </p:val>
                                        </p:tav>
                                        <p:tav tm="100000">
                                          <p:val>
                                            <p:strVal val="#ppt_h"/>
                                          </p:val>
                                        </p:tav>
                                      </p:tavLst>
                                    </p:anim>
                                    <p:animEffect transition="in" filter="fade">
                                      <p:cBhvr>
                                        <p:cTn id="104" dur="500"/>
                                        <p:tgtEl>
                                          <p:spTgt spid="52"/>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 calcmode="lin" valueType="num">
                                      <p:cBhvr>
                                        <p:cTn id="107" dur="500" fill="hold"/>
                                        <p:tgtEl>
                                          <p:spTgt spid="53"/>
                                        </p:tgtEl>
                                        <p:attrNameLst>
                                          <p:attrName>ppt_w</p:attrName>
                                        </p:attrNameLst>
                                      </p:cBhvr>
                                      <p:tavLst>
                                        <p:tav tm="0">
                                          <p:val>
                                            <p:fltVal val="0"/>
                                          </p:val>
                                        </p:tav>
                                        <p:tav tm="100000">
                                          <p:val>
                                            <p:strVal val="#ppt_w"/>
                                          </p:val>
                                        </p:tav>
                                      </p:tavLst>
                                    </p:anim>
                                    <p:anim calcmode="lin" valueType="num">
                                      <p:cBhvr>
                                        <p:cTn id="108" dur="500" fill="hold"/>
                                        <p:tgtEl>
                                          <p:spTgt spid="53"/>
                                        </p:tgtEl>
                                        <p:attrNameLst>
                                          <p:attrName>ppt_h</p:attrName>
                                        </p:attrNameLst>
                                      </p:cBhvr>
                                      <p:tavLst>
                                        <p:tav tm="0">
                                          <p:val>
                                            <p:fltVal val="0"/>
                                          </p:val>
                                        </p:tav>
                                        <p:tav tm="100000">
                                          <p:val>
                                            <p:strVal val="#ppt_h"/>
                                          </p:val>
                                        </p:tav>
                                      </p:tavLst>
                                    </p:anim>
                                    <p:animEffect transition="in" filter="fade">
                                      <p:cBhvr>
                                        <p:cTn id="109" dur="500"/>
                                        <p:tgtEl>
                                          <p:spTgt spid="53"/>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54"/>
                                        </p:tgtEl>
                                        <p:attrNameLst>
                                          <p:attrName>style.visibility</p:attrName>
                                        </p:attrNameLst>
                                      </p:cBhvr>
                                      <p:to>
                                        <p:strVal val="visible"/>
                                      </p:to>
                                    </p:set>
                                    <p:anim calcmode="lin" valueType="num">
                                      <p:cBhvr>
                                        <p:cTn id="112" dur="500" fill="hold"/>
                                        <p:tgtEl>
                                          <p:spTgt spid="54"/>
                                        </p:tgtEl>
                                        <p:attrNameLst>
                                          <p:attrName>ppt_w</p:attrName>
                                        </p:attrNameLst>
                                      </p:cBhvr>
                                      <p:tavLst>
                                        <p:tav tm="0">
                                          <p:val>
                                            <p:fltVal val="0"/>
                                          </p:val>
                                        </p:tav>
                                        <p:tav tm="100000">
                                          <p:val>
                                            <p:strVal val="#ppt_w"/>
                                          </p:val>
                                        </p:tav>
                                      </p:tavLst>
                                    </p:anim>
                                    <p:anim calcmode="lin" valueType="num">
                                      <p:cBhvr>
                                        <p:cTn id="113" dur="500" fill="hold"/>
                                        <p:tgtEl>
                                          <p:spTgt spid="54"/>
                                        </p:tgtEl>
                                        <p:attrNameLst>
                                          <p:attrName>ppt_h</p:attrName>
                                        </p:attrNameLst>
                                      </p:cBhvr>
                                      <p:tavLst>
                                        <p:tav tm="0">
                                          <p:val>
                                            <p:fltVal val="0"/>
                                          </p:val>
                                        </p:tav>
                                        <p:tav tm="100000">
                                          <p:val>
                                            <p:strVal val="#ppt_h"/>
                                          </p:val>
                                        </p:tav>
                                      </p:tavLst>
                                    </p:anim>
                                    <p:animEffect transition="in" filter="fade">
                                      <p:cBhvr>
                                        <p:cTn id="114" dur="500"/>
                                        <p:tgtEl>
                                          <p:spTgt spid="54"/>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55"/>
                                        </p:tgtEl>
                                        <p:attrNameLst>
                                          <p:attrName>style.visibility</p:attrName>
                                        </p:attrNameLst>
                                      </p:cBhvr>
                                      <p:to>
                                        <p:strVal val="visible"/>
                                      </p:to>
                                    </p:set>
                                    <p:anim calcmode="lin" valueType="num">
                                      <p:cBhvr>
                                        <p:cTn id="117" dur="500" fill="hold"/>
                                        <p:tgtEl>
                                          <p:spTgt spid="55"/>
                                        </p:tgtEl>
                                        <p:attrNameLst>
                                          <p:attrName>ppt_w</p:attrName>
                                        </p:attrNameLst>
                                      </p:cBhvr>
                                      <p:tavLst>
                                        <p:tav tm="0">
                                          <p:val>
                                            <p:fltVal val="0"/>
                                          </p:val>
                                        </p:tav>
                                        <p:tav tm="100000">
                                          <p:val>
                                            <p:strVal val="#ppt_w"/>
                                          </p:val>
                                        </p:tav>
                                      </p:tavLst>
                                    </p:anim>
                                    <p:anim calcmode="lin" valueType="num">
                                      <p:cBhvr>
                                        <p:cTn id="118" dur="500" fill="hold"/>
                                        <p:tgtEl>
                                          <p:spTgt spid="55"/>
                                        </p:tgtEl>
                                        <p:attrNameLst>
                                          <p:attrName>ppt_h</p:attrName>
                                        </p:attrNameLst>
                                      </p:cBhvr>
                                      <p:tavLst>
                                        <p:tav tm="0">
                                          <p:val>
                                            <p:fltVal val="0"/>
                                          </p:val>
                                        </p:tav>
                                        <p:tav tm="100000">
                                          <p:val>
                                            <p:strVal val="#ppt_h"/>
                                          </p:val>
                                        </p:tav>
                                      </p:tavLst>
                                    </p:anim>
                                    <p:animEffect transition="in" filter="fade">
                                      <p:cBhvr>
                                        <p:cTn id="119" dur="500"/>
                                        <p:tgtEl>
                                          <p:spTgt spid="55"/>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56"/>
                                        </p:tgtEl>
                                        <p:attrNameLst>
                                          <p:attrName>style.visibility</p:attrName>
                                        </p:attrNameLst>
                                      </p:cBhvr>
                                      <p:to>
                                        <p:strVal val="visible"/>
                                      </p:to>
                                    </p:set>
                                    <p:anim calcmode="lin" valueType="num">
                                      <p:cBhvr>
                                        <p:cTn id="122" dur="500" fill="hold"/>
                                        <p:tgtEl>
                                          <p:spTgt spid="56"/>
                                        </p:tgtEl>
                                        <p:attrNameLst>
                                          <p:attrName>ppt_w</p:attrName>
                                        </p:attrNameLst>
                                      </p:cBhvr>
                                      <p:tavLst>
                                        <p:tav tm="0">
                                          <p:val>
                                            <p:fltVal val="0"/>
                                          </p:val>
                                        </p:tav>
                                        <p:tav tm="100000">
                                          <p:val>
                                            <p:strVal val="#ppt_w"/>
                                          </p:val>
                                        </p:tav>
                                      </p:tavLst>
                                    </p:anim>
                                    <p:anim calcmode="lin" valueType="num">
                                      <p:cBhvr>
                                        <p:cTn id="123" dur="500" fill="hold"/>
                                        <p:tgtEl>
                                          <p:spTgt spid="56"/>
                                        </p:tgtEl>
                                        <p:attrNameLst>
                                          <p:attrName>ppt_h</p:attrName>
                                        </p:attrNameLst>
                                      </p:cBhvr>
                                      <p:tavLst>
                                        <p:tav tm="0">
                                          <p:val>
                                            <p:fltVal val="0"/>
                                          </p:val>
                                        </p:tav>
                                        <p:tav tm="100000">
                                          <p:val>
                                            <p:strVal val="#ppt_h"/>
                                          </p:val>
                                        </p:tav>
                                      </p:tavLst>
                                    </p:anim>
                                    <p:animEffect transition="in" filter="fade">
                                      <p:cBhvr>
                                        <p:cTn id="124" dur="500"/>
                                        <p:tgtEl>
                                          <p:spTgt spid="56"/>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57"/>
                                        </p:tgtEl>
                                        <p:attrNameLst>
                                          <p:attrName>style.visibility</p:attrName>
                                        </p:attrNameLst>
                                      </p:cBhvr>
                                      <p:to>
                                        <p:strVal val="visible"/>
                                      </p:to>
                                    </p:set>
                                    <p:anim calcmode="lin" valueType="num">
                                      <p:cBhvr>
                                        <p:cTn id="127" dur="500" fill="hold"/>
                                        <p:tgtEl>
                                          <p:spTgt spid="57"/>
                                        </p:tgtEl>
                                        <p:attrNameLst>
                                          <p:attrName>ppt_w</p:attrName>
                                        </p:attrNameLst>
                                      </p:cBhvr>
                                      <p:tavLst>
                                        <p:tav tm="0">
                                          <p:val>
                                            <p:fltVal val="0"/>
                                          </p:val>
                                        </p:tav>
                                        <p:tav tm="100000">
                                          <p:val>
                                            <p:strVal val="#ppt_w"/>
                                          </p:val>
                                        </p:tav>
                                      </p:tavLst>
                                    </p:anim>
                                    <p:anim calcmode="lin" valueType="num">
                                      <p:cBhvr>
                                        <p:cTn id="128" dur="500" fill="hold"/>
                                        <p:tgtEl>
                                          <p:spTgt spid="57"/>
                                        </p:tgtEl>
                                        <p:attrNameLst>
                                          <p:attrName>ppt_h</p:attrName>
                                        </p:attrNameLst>
                                      </p:cBhvr>
                                      <p:tavLst>
                                        <p:tav tm="0">
                                          <p:val>
                                            <p:fltVal val="0"/>
                                          </p:val>
                                        </p:tav>
                                        <p:tav tm="100000">
                                          <p:val>
                                            <p:strVal val="#ppt_h"/>
                                          </p:val>
                                        </p:tav>
                                      </p:tavLst>
                                    </p:anim>
                                    <p:animEffect transition="in" filter="fade">
                                      <p:cBhvr>
                                        <p:cTn id="12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7" grpId="0" animBg="1"/>
      <p:bldP spid="47" grpId="1" animBg="1"/>
      <p:bldP spid="48" grpId="0" animBg="1"/>
      <p:bldP spid="48" grpId="1" animBg="1"/>
      <p:bldP spid="49" grpId="0" animBg="1"/>
      <p:bldP spid="49" grpId="1" animBg="1"/>
      <p:bldP spid="50" grpId="0"/>
      <p:bldP spid="50" grpId="1"/>
      <p:bldP spid="51" grpId="0"/>
      <p:bldP spid="51" grpId="1"/>
      <p:bldP spid="52" grpId="0"/>
      <p:bldP spid="52" grpId="1"/>
      <p:bldP spid="53" grpId="0"/>
      <p:bldP spid="53" grpId="1"/>
      <p:bldP spid="54" grpId="0"/>
      <p:bldP spid="54" grpId="1"/>
      <p:bldP spid="55" grpId="0"/>
      <p:bldP spid="55" grpId="1"/>
      <p:bldP spid="56" grpId="0"/>
      <p:bldP spid="56" grpId="1"/>
      <p:bldP spid="57" grpId="0"/>
      <p:bldP spid="5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íṡḷiḋè"/>
          <p:cNvSpPr/>
          <p:nvPr/>
        </p:nvSpPr>
        <p:spPr>
          <a:xfrm rot="5400000">
            <a:off x="2231445" y="1733616"/>
            <a:ext cx="4369058" cy="3768562"/>
          </a:xfrm>
          <a:prstGeom prst="blockArc">
            <a:avLst>
              <a:gd name="adj1" fmla="val 12357386"/>
              <a:gd name="adj2" fmla="val 20163184"/>
              <a:gd name="adj3" fmla="val 6776"/>
            </a:avLst>
          </a:prstGeom>
          <a:gradFill>
            <a:gsLst>
              <a:gs pos="0">
                <a:sysClr val="window" lastClr="FFFFFF">
                  <a:lumMod val="85000"/>
                  <a:alpha val="51000"/>
                </a:sysClr>
              </a:gs>
              <a:gs pos="100000">
                <a:sysClr val="window" lastClr="FFFFFF"/>
              </a:gs>
            </a:gsLst>
            <a:lin ang="5400000" scaled="1"/>
          </a:gradFill>
          <a:ln w="12700" cap="flat" cmpd="sng" algn="ctr">
            <a:noFill/>
            <a:prstDash val="solid"/>
            <a:miter lim="800000"/>
          </a:ln>
          <a:effectLst/>
        </p:spPr>
        <p:txBody>
          <a:bodyPr wrap="squar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srgbClr val="AFA397"/>
              </a:solidFill>
              <a:effectLst/>
              <a:uLnTx/>
              <a:uFillTx/>
              <a:cs typeface="+mn-ea"/>
              <a:sym typeface="+mn-lt"/>
            </a:endParaRPr>
          </a:p>
        </p:txBody>
      </p:sp>
      <p:grpSp>
        <p:nvGrpSpPr>
          <p:cNvPr id="19" name="组合 18"/>
          <p:cNvGrpSpPr/>
          <p:nvPr>
            <p:custDataLst>
              <p:tags r:id="rId1"/>
            </p:custDataLst>
          </p:nvPr>
        </p:nvGrpSpPr>
        <p:grpSpPr>
          <a:xfrm>
            <a:off x="5964155" y="1161267"/>
            <a:ext cx="4024973" cy="932697"/>
            <a:chOff x="5964155" y="1296926"/>
            <a:chExt cx="4024973" cy="932697"/>
          </a:xfrm>
        </p:grpSpPr>
        <p:sp>
          <p:nvSpPr>
            <p:cNvPr id="20" name="文本框 19"/>
            <p:cNvSpPr txBox="1"/>
            <p:nvPr>
              <p:custDataLst>
                <p:tags r:id="rId2"/>
              </p:custDataLst>
            </p:nvPr>
          </p:nvSpPr>
          <p:spPr>
            <a:xfrm>
              <a:off x="5964155" y="1615801"/>
              <a:ext cx="4024973" cy="613822"/>
            </a:xfrm>
            <a:prstGeom prst="rect">
              <a:avLst/>
            </a:prstGeom>
            <a:noFill/>
          </p:spPr>
          <p:txBody>
            <a:bodyPr wrap="square" rtlCol="0">
              <a:spAutoFit/>
            </a:bodyPr>
            <a:lstStyle/>
            <a:p>
              <a:pPr>
                <a:lnSpc>
                  <a:spcPct val="150000"/>
                </a:lnSpc>
                <a:spcAft>
                  <a:spcPct val="0"/>
                </a:spcAft>
              </a:pPr>
              <a:r>
                <a:rPr lang="zh-CN" altLang="en-US" sz="1200" dirty="0">
                  <a:solidFill>
                    <a:schemeClr val="tx1">
                      <a:lumMod val="75000"/>
                      <a:lumOff val="25000"/>
                    </a:schemeClr>
                  </a:solidFill>
                  <a:cs typeface="+mn-ea"/>
                  <a:sym typeface="+mn-lt"/>
                </a:rPr>
                <a:t>在这里添加你的详细小段落文本内容，与标题相关并符合整体语言风格内容请简洁，尽量生动，将保持美观大方。</a:t>
              </a:r>
              <a:endParaRPr lang="zh-CN" altLang="en-US" sz="1200" dirty="0">
                <a:solidFill>
                  <a:schemeClr val="tx1">
                    <a:lumMod val="75000"/>
                    <a:lumOff val="25000"/>
                  </a:schemeClr>
                </a:solidFill>
                <a:cs typeface="+mn-ea"/>
                <a:sym typeface="+mn-lt"/>
              </a:endParaRPr>
            </a:p>
          </p:txBody>
        </p:sp>
        <p:sp>
          <p:nvSpPr>
            <p:cNvPr id="24" name="文本框 23"/>
            <p:cNvSpPr txBox="1"/>
            <p:nvPr>
              <p:custDataLst>
                <p:tags r:id="rId3"/>
              </p:custDataLst>
            </p:nvPr>
          </p:nvSpPr>
          <p:spPr>
            <a:xfrm>
              <a:off x="5964156" y="1296926"/>
              <a:ext cx="1783121"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添加标题文字</a:t>
              </a:r>
              <a:endParaRPr lang="zh-CN" altLang="en-US" dirty="0">
                <a:solidFill>
                  <a:schemeClr val="tx1">
                    <a:lumMod val="75000"/>
                    <a:lumOff val="25000"/>
                  </a:schemeClr>
                </a:solidFill>
                <a:cs typeface="+mn-ea"/>
                <a:sym typeface="+mn-lt"/>
              </a:endParaRPr>
            </a:p>
          </p:txBody>
        </p:sp>
      </p:grpSp>
      <p:grpSp>
        <p:nvGrpSpPr>
          <p:cNvPr id="25" name="组合 24"/>
          <p:cNvGrpSpPr/>
          <p:nvPr>
            <p:custDataLst>
              <p:tags r:id="rId4"/>
            </p:custDataLst>
          </p:nvPr>
        </p:nvGrpSpPr>
        <p:grpSpPr>
          <a:xfrm>
            <a:off x="6662163" y="3006663"/>
            <a:ext cx="4024972" cy="932697"/>
            <a:chOff x="6662163" y="3142322"/>
            <a:chExt cx="4024972" cy="932697"/>
          </a:xfrm>
        </p:grpSpPr>
        <p:sp>
          <p:nvSpPr>
            <p:cNvPr id="26" name="文本框 25"/>
            <p:cNvSpPr txBox="1"/>
            <p:nvPr>
              <p:custDataLst>
                <p:tags r:id="rId5"/>
              </p:custDataLst>
            </p:nvPr>
          </p:nvSpPr>
          <p:spPr>
            <a:xfrm>
              <a:off x="6662163" y="3461197"/>
              <a:ext cx="4024972" cy="613822"/>
            </a:xfrm>
            <a:prstGeom prst="rect">
              <a:avLst/>
            </a:prstGeom>
            <a:noFill/>
          </p:spPr>
          <p:txBody>
            <a:bodyPr wrap="square" rtlCol="0">
              <a:spAutoFit/>
            </a:bodyPr>
            <a:lstStyle/>
            <a:p>
              <a:pPr>
                <a:lnSpc>
                  <a:spcPct val="150000"/>
                </a:lnSpc>
                <a:spcAft>
                  <a:spcPct val="0"/>
                </a:spcAft>
              </a:pPr>
              <a:r>
                <a:rPr lang="zh-CN" altLang="en-US" sz="1200" dirty="0">
                  <a:solidFill>
                    <a:schemeClr val="tx1">
                      <a:lumMod val="75000"/>
                      <a:lumOff val="25000"/>
                    </a:schemeClr>
                  </a:solidFill>
                  <a:cs typeface="+mn-ea"/>
                  <a:sym typeface="+mn-lt"/>
                </a:rPr>
                <a:t>在这里添加你的详细小段落文本内容，与标题相关并符合整体语言风格内容请简洁，尽量生动，将保持美观大方。</a:t>
              </a:r>
              <a:endParaRPr lang="zh-CN" altLang="en-US" sz="1200" dirty="0">
                <a:solidFill>
                  <a:schemeClr val="tx1">
                    <a:lumMod val="75000"/>
                    <a:lumOff val="25000"/>
                  </a:schemeClr>
                </a:solidFill>
                <a:cs typeface="+mn-ea"/>
                <a:sym typeface="+mn-lt"/>
              </a:endParaRPr>
            </a:p>
          </p:txBody>
        </p:sp>
        <p:sp>
          <p:nvSpPr>
            <p:cNvPr id="27" name="文本框 26"/>
            <p:cNvSpPr txBox="1"/>
            <p:nvPr>
              <p:custDataLst>
                <p:tags r:id="rId6"/>
              </p:custDataLst>
            </p:nvPr>
          </p:nvSpPr>
          <p:spPr>
            <a:xfrm>
              <a:off x="6662163" y="3142322"/>
              <a:ext cx="1783121"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添加标题文字</a:t>
              </a:r>
              <a:endParaRPr lang="zh-CN" altLang="en-US" dirty="0">
                <a:solidFill>
                  <a:schemeClr val="tx1">
                    <a:lumMod val="75000"/>
                    <a:lumOff val="25000"/>
                  </a:schemeClr>
                </a:solidFill>
                <a:cs typeface="+mn-ea"/>
                <a:sym typeface="+mn-lt"/>
              </a:endParaRPr>
            </a:p>
          </p:txBody>
        </p:sp>
      </p:grpSp>
      <p:grpSp>
        <p:nvGrpSpPr>
          <p:cNvPr id="28" name="组合 27"/>
          <p:cNvGrpSpPr/>
          <p:nvPr>
            <p:custDataLst>
              <p:tags r:id="rId7"/>
            </p:custDataLst>
          </p:nvPr>
        </p:nvGrpSpPr>
        <p:grpSpPr>
          <a:xfrm>
            <a:off x="5964156" y="4912049"/>
            <a:ext cx="4024972" cy="932697"/>
            <a:chOff x="5964156" y="5047708"/>
            <a:chExt cx="4024972" cy="932697"/>
          </a:xfrm>
        </p:grpSpPr>
        <p:sp>
          <p:nvSpPr>
            <p:cNvPr id="37" name="文本框 36"/>
            <p:cNvSpPr txBox="1"/>
            <p:nvPr>
              <p:custDataLst>
                <p:tags r:id="rId8"/>
              </p:custDataLst>
            </p:nvPr>
          </p:nvSpPr>
          <p:spPr>
            <a:xfrm>
              <a:off x="5964156" y="5366583"/>
              <a:ext cx="4024972" cy="613822"/>
            </a:xfrm>
            <a:prstGeom prst="rect">
              <a:avLst/>
            </a:prstGeom>
            <a:noFill/>
          </p:spPr>
          <p:txBody>
            <a:bodyPr wrap="square" rtlCol="0">
              <a:spAutoFit/>
            </a:bodyPr>
            <a:lstStyle/>
            <a:p>
              <a:pPr defTabSz="457200">
                <a:lnSpc>
                  <a:spcPct val="150000"/>
                </a:lnSpc>
              </a:pPr>
              <a:r>
                <a:rPr lang="zh-CN" altLang="en-US" sz="1200" dirty="0">
                  <a:solidFill>
                    <a:schemeClr val="tx1">
                      <a:lumMod val="75000"/>
                      <a:lumOff val="25000"/>
                    </a:schemeClr>
                  </a:solidFill>
                  <a:cs typeface="+mn-ea"/>
                  <a:sym typeface="+mn-lt"/>
                </a:rPr>
                <a:t>在这里添加你的详细小段落文本内容，与标题相关并符合整体语言风格内容请简洁，尽量生动，将保持美观大方。</a:t>
              </a:r>
              <a:endParaRPr lang="zh-CN" altLang="en-US" sz="1200" dirty="0">
                <a:solidFill>
                  <a:schemeClr val="tx1">
                    <a:lumMod val="75000"/>
                    <a:lumOff val="25000"/>
                  </a:schemeClr>
                </a:solidFill>
                <a:cs typeface="+mn-ea"/>
                <a:sym typeface="+mn-lt"/>
              </a:endParaRPr>
            </a:p>
          </p:txBody>
        </p:sp>
        <p:sp>
          <p:nvSpPr>
            <p:cNvPr id="38" name="文本框 37"/>
            <p:cNvSpPr txBox="1"/>
            <p:nvPr>
              <p:custDataLst>
                <p:tags r:id="rId9"/>
              </p:custDataLst>
            </p:nvPr>
          </p:nvSpPr>
          <p:spPr>
            <a:xfrm>
              <a:off x="5964156" y="5047708"/>
              <a:ext cx="1783121" cy="369332"/>
            </a:xfrm>
            <a:prstGeom prst="rect">
              <a:avLst/>
            </a:prstGeom>
            <a:noFill/>
          </p:spPr>
          <p:txBody>
            <a:bodyPr wrap="square" rtlCol="0">
              <a:spAutoFit/>
            </a:bodyPr>
            <a:lstStyle/>
            <a:p>
              <a:r>
                <a:rPr lang="zh-CN" altLang="en-US" dirty="0">
                  <a:solidFill>
                    <a:schemeClr val="tx1">
                      <a:lumMod val="75000"/>
                      <a:lumOff val="25000"/>
                    </a:schemeClr>
                  </a:solidFill>
                  <a:cs typeface="+mn-ea"/>
                  <a:sym typeface="+mn-lt"/>
                </a:rPr>
                <a:t>添加标题文字</a:t>
              </a:r>
              <a:endParaRPr lang="zh-CN" altLang="en-US" dirty="0">
                <a:solidFill>
                  <a:schemeClr val="tx1">
                    <a:lumMod val="75000"/>
                    <a:lumOff val="25000"/>
                  </a:schemeClr>
                </a:solidFill>
                <a:cs typeface="+mn-ea"/>
                <a:sym typeface="+mn-lt"/>
              </a:endParaRPr>
            </a:p>
          </p:txBody>
        </p:sp>
      </p:grpSp>
      <p:sp>
        <p:nvSpPr>
          <p:cNvPr id="39" name="椭圆 38"/>
          <p:cNvSpPr/>
          <p:nvPr/>
        </p:nvSpPr>
        <p:spPr>
          <a:xfrm>
            <a:off x="1263586" y="1711691"/>
            <a:ext cx="3730892" cy="3730892"/>
          </a:xfrm>
          <a:prstGeom prst="ellipse">
            <a:avLst/>
          </a:prstGeom>
          <a:blipFill>
            <a:blip r:embed="rId10"/>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i="0" u="none" strike="noStrike" kern="0" cap="none" spc="0" normalizeH="0" baseline="0" noProof="0">
              <a:ln>
                <a:noFill/>
              </a:ln>
              <a:solidFill>
                <a:prstClr val="white"/>
              </a:solidFill>
              <a:effectLst/>
              <a:uLnTx/>
              <a:uFillTx/>
              <a:cs typeface="+mn-ea"/>
              <a:sym typeface="+mn-lt"/>
            </a:endParaRPr>
          </a:p>
        </p:txBody>
      </p:sp>
      <p:grpSp>
        <p:nvGrpSpPr>
          <p:cNvPr id="40" name="组合 39"/>
          <p:cNvGrpSpPr/>
          <p:nvPr>
            <p:custDataLst>
              <p:tags r:id="rId11"/>
            </p:custDataLst>
          </p:nvPr>
        </p:nvGrpSpPr>
        <p:grpSpPr>
          <a:xfrm>
            <a:off x="4860857" y="1470067"/>
            <a:ext cx="789924" cy="789920"/>
            <a:chOff x="4860857" y="1605726"/>
            <a:chExt cx="789924" cy="789920"/>
          </a:xfrm>
        </p:grpSpPr>
        <p:sp>
          <p:nvSpPr>
            <p:cNvPr id="41" name="î$1íḑe"/>
            <p:cNvSpPr/>
            <p:nvPr>
              <p:custDataLst>
                <p:tags r:id="rId12"/>
              </p:custDataLst>
            </p:nvPr>
          </p:nvSpPr>
          <p:spPr>
            <a:xfrm>
              <a:off x="4860857" y="1605726"/>
              <a:ext cx="789924" cy="789920"/>
            </a:xfrm>
            <a:prstGeom prst="ellipse">
              <a:avLst/>
            </a:prstGeom>
            <a:solidFill>
              <a:schemeClr val="accent1"/>
            </a:solid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dirty="0">
                <a:ln>
                  <a:noFill/>
                </a:ln>
                <a:solidFill>
                  <a:prstClr val="white"/>
                </a:solidFill>
                <a:effectLst/>
                <a:uLnTx/>
                <a:uFillTx/>
                <a:cs typeface="+mn-ea"/>
                <a:sym typeface="+mn-lt"/>
              </a:endParaRPr>
            </a:p>
          </p:txBody>
        </p:sp>
        <p:sp>
          <p:nvSpPr>
            <p:cNvPr id="42" name="Oval 10"/>
            <p:cNvSpPr/>
            <p:nvPr>
              <p:custDataLst>
                <p:tags r:id="rId13"/>
              </p:custDataLst>
            </p:nvPr>
          </p:nvSpPr>
          <p:spPr>
            <a:xfrm>
              <a:off x="5098844" y="1819275"/>
              <a:ext cx="377008" cy="375748"/>
            </a:xfrm>
            <a:custGeom>
              <a:avLst/>
              <a:gdLst>
                <a:gd name="connsiteX0" fmla="*/ 81603 w 608615"/>
                <a:gd name="connsiteY0" fmla="*/ 176901 h 606580"/>
                <a:gd name="connsiteX1" fmla="*/ 42180 w 608615"/>
                <a:gd name="connsiteY1" fmla="*/ 215826 h 606580"/>
                <a:gd name="connsiteX2" fmla="*/ 25449 w 608615"/>
                <a:gd name="connsiteY2" fmla="*/ 362636 h 606580"/>
                <a:gd name="connsiteX3" fmla="*/ 29543 w 608615"/>
                <a:gd name="connsiteY3" fmla="*/ 376411 h 606580"/>
                <a:gd name="connsiteX4" fmla="*/ 38798 w 608615"/>
                <a:gd name="connsiteY4" fmla="*/ 380765 h 606580"/>
                <a:gd name="connsiteX5" fmla="*/ 48409 w 608615"/>
                <a:gd name="connsiteY5" fmla="*/ 380765 h 606580"/>
                <a:gd name="connsiteX6" fmla="*/ 61046 w 608615"/>
                <a:gd name="connsiteY6" fmla="*/ 392496 h 606580"/>
                <a:gd name="connsiteX7" fmla="*/ 75018 w 608615"/>
                <a:gd name="connsiteY7" fmla="*/ 581341 h 606580"/>
                <a:gd name="connsiteX8" fmla="*/ 152796 w 608615"/>
                <a:gd name="connsiteY8" fmla="*/ 581341 h 606580"/>
                <a:gd name="connsiteX9" fmla="*/ 166768 w 608615"/>
                <a:gd name="connsiteY9" fmla="*/ 392496 h 606580"/>
                <a:gd name="connsiteX10" fmla="*/ 179405 w 608615"/>
                <a:gd name="connsiteY10" fmla="*/ 380765 h 606580"/>
                <a:gd name="connsiteX11" fmla="*/ 189016 w 608615"/>
                <a:gd name="connsiteY11" fmla="*/ 380765 h 606580"/>
                <a:gd name="connsiteX12" fmla="*/ 198271 w 608615"/>
                <a:gd name="connsiteY12" fmla="*/ 376411 h 606580"/>
                <a:gd name="connsiteX13" fmla="*/ 202365 w 608615"/>
                <a:gd name="connsiteY13" fmla="*/ 362636 h 606580"/>
                <a:gd name="connsiteX14" fmla="*/ 185634 w 608615"/>
                <a:gd name="connsiteY14" fmla="*/ 215826 h 606580"/>
                <a:gd name="connsiteX15" fmla="*/ 146211 w 608615"/>
                <a:gd name="connsiteY15" fmla="*/ 176901 h 606580"/>
                <a:gd name="connsiteX16" fmla="*/ 329132 w 608615"/>
                <a:gd name="connsiteY16" fmla="*/ 176837 h 606580"/>
                <a:gd name="connsiteX17" fmla="*/ 455700 w 608615"/>
                <a:gd name="connsiteY17" fmla="*/ 303299 h 606580"/>
                <a:gd name="connsiteX18" fmla="*/ 329132 w 608615"/>
                <a:gd name="connsiteY18" fmla="*/ 429673 h 606580"/>
                <a:gd name="connsiteX19" fmla="*/ 252585 w 608615"/>
                <a:gd name="connsiteY19" fmla="*/ 403456 h 606580"/>
                <a:gd name="connsiteX20" fmla="*/ 250182 w 608615"/>
                <a:gd name="connsiteY20" fmla="*/ 385682 h 606580"/>
                <a:gd name="connsiteX21" fmla="*/ 267984 w 608615"/>
                <a:gd name="connsiteY21" fmla="*/ 383372 h 606580"/>
                <a:gd name="connsiteX22" fmla="*/ 329132 w 608615"/>
                <a:gd name="connsiteY22" fmla="*/ 404434 h 606580"/>
                <a:gd name="connsiteX23" fmla="*/ 430422 w 608615"/>
                <a:gd name="connsiteY23" fmla="*/ 303299 h 606580"/>
                <a:gd name="connsiteX24" fmla="*/ 329132 w 608615"/>
                <a:gd name="connsiteY24" fmla="*/ 202165 h 606580"/>
                <a:gd name="connsiteX25" fmla="*/ 258816 w 608615"/>
                <a:gd name="connsiteY25" fmla="*/ 230781 h 606580"/>
                <a:gd name="connsiteX26" fmla="*/ 240925 w 608615"/>
                <a:gd name="connsiteY26" fmla="*/ 230426 h 606580"/>
                <a:gd name="connsiteX27" fmla="*/ 241192 w 608615"/>
                <a:gd name="connsiteY27" fmla="*/ 212563 h 606580"/>
                <a:gd name="connsiteX28" fmla="*/ 329132 w 608615"/>
                <a:gd name="connsiteY28" fmla="*/ 176837 h 606580"/>
                <a:gd name="connsiteX29" fmla="*/ 81603 w 608615"/>
                <a:gd name="connsiteY29" fmla="*/ 151574 h 606580"/>
                <a:gd name="connsiteX30" fmla="*/ 146211 w 608615"/>
                <a:gd name="connsiteY30" fmla="*/ 151574 h 606580"/>
                <a:gd name="connsiteX31" fmla="*/ 210819 w 608615"/>
                <a:gd name="connsiteY31" fmla="*/ 212982 h 606580"/>
                <a:gd name="connsiteX32" fmla="*/ 227549 w 608615"/>
                <a:gd name="connsiteY32" fmla="*/ 359793 h 606580"/>
                <a:gd name="connsiteX33" fmla="*/ 217137 w 608615"/>
                <a:gd name="connsiteY33" fmla="*/ 393296 h 606580"/>
                <a:gd name="connsiteX34" fmla="*/ 191152 w 608615"/>
                <a:gd name="connsiteY34" fmla="*/ 406004 h 606580"/>
                <a:gd name="connsiteX35" fmla="*/ 177180 w 608615"/>
                <a:gd name="connsiteY35" fmla="*/ 594938 h 606580"/>
                <a:gd name="connsiteX36" fmla="*/ 164543 w 608615"/>
                <a:gd name="connsiteY36" fmla="*/ 606580 h 606580"/>
                <a:gd name="connsiteX37" fmla="*/ 63271 w 608615"/>
                <a:gd name="connsiteY37" fmla="*/ 606580 h 606580"/>
                <a:gd name="connsiteX38" fmla="*/ 50634 w 608615"/>
                <a:gd name="connsiteY38" fmla="*/ 594938 h 606580"/>
                <a:gd name="connsiteX39" fmla="*/ 36662 w 608615"/>
                <a:gd name="connsiteY39" fmla="*/ 406004 h 606580"/>
                <a:gd name="connsiteX40" fmla="*/ 10677 w 608615"/>
                <a:gd name="connsiteY40" fmla="*/ 393296 h 606580"/>
                <a:gd name="connsiteX41" fmla="*/ 265 w 608615"/>
                <a:gd name="connsiteY41" fmla="*/ 359793 h 606580"/>
                <a:gd name="connsiteX42" fmla="*/ 17084 w 608615"/>
                <a:gd name="connsiteY42" fmla="*/ 212982 h 606580"/>
                <a:gd name="connsiteX43" fmla="*/ 81603 w 608615"/>
                <a:gd name="connsiteY43" fmla="*/ 151574 h 606580"/>
                <a:gd name="connsiteX44" fmla="*/ 113916 w 608615"/>
                <a:gd name="connsiteY44" fmla="*/ 25241 h 606580"/>
                <a:gd name="connsiteX45" fmla="*/ 75923 w 608615"/>
                <a:gd name="connsiteY45" fmla="*/ 63191 h 606580"/>
                <a:gd name="connsiteX46" fmla="*/ 113916 w 608615"/>
                <a:gd name="connsiteY46" fmla="*/ 101053 h 606580"/>
                <a:gd name="connsiteX47" fmla="*/ 151909 w 608615"/>
                <a:gd name="connsiteY47" fmla="*/ 63191 h 606580"/>
                <a:gd name="connsiteX48" fmla="*/ 113916 w 608615"/>
                <a:gd name="connsiteY48" fmla="*/ 25241 h 606580"/>
                <a:gd name="connsiteX49" fmla="*/ 409385 w 608615"/>
                <a:gd name="connsiteY49" fmla="*/ 24335 h 606580"/>
                <a:gd name="connsiteX50" fmla="*/ 430612 w 608615"/>
                <a:gd name="connsiteY50" fmla="*/ 28235 h 606580"/>
                <a:gd name="connsiteX51" fmla="*/ 493358 w 608615"/>
                <a:gd name="connsiteY51" fmla="*/ 65385 h 606580"/>
                <a:gd name="connsiteX52" fmla="*/ 512404 w 608615"/>
                <a:gd name="connsiteY52" fmla="*/ 103335 h 606580"/>
                <a:gd name="connsiteX53" fmla="*/ 495227 w 608615"/>
                <a:gd name="connsiteY53" fmla="*/ 141463 h 606580"/>
                <a:gd name="connsiteX54" fmla="*/ 492023 w 608615"/>
                <a:gd name="connsiteY54" fmla="*/ 173902 h 606580"/>
                <a:gd name="connsiteX55" fmla="*/ 513650 w 608615"/>
                <a:gd name="connsiteY55" fmla="*/ 212297 h 606580"/>
                <a:gd name="connsiteX56" fmla="*/ 541864 w 608615"/>
                <a:gd name="connsiteY56" fmla="*/ 225539 h 606580"/>
                <a:gd name="connsiteX57" fmla="*/ 582894 w 608615"/>
                <a:gd name="connsiteY57" fmla="*/ 228917 h 606580"/>
                <a:gd name="connsiteX58" fmla="*/ 606212 w 608615"/>
                <a:gd name="connsiteY58" fmla="*/ 265089 h 606580"/>
                <a:gd name="connsiteX59" fmla="*/ 608615 w 608615"/>
                <a:gd name="connsiteY59" fmla="*/ 302417 h 606580"/>
                <a:gd name="connsiteX60" fmla="*/ 606212 w 608615"/>
                <a:gd name="connsiteY60" fmla="*/ 339656 h 606580"/>
                <a:gd name="connsiteX61" fmla="*/ 582894 w 608615"/>
                <a:gd name="connsiteY61" fmla="*/ 375828 h 606580"/>
                <a:gd name="connsiteX62" fmla="*/ 542131 w 608615"/>
                <a:gd name="connsiteY62" fmla="*/ 379383 h 606580"/>
                <a:gd name="connsiteX63" fmla="*/ 513650 w 608615"/>
                <a:gd name="connsiteY63" fmla="*/ 392448 h 606580"/>
                <a:gd name="connsiteX64" fmla="*/ 492023 w 608615"/>
                <a:gd name="connsiteY64" fmla="*/ 430843 h 606580"/>
                <a:gd name="connsiteX65" fmla="*/ 495227 w 608615"/>
                <a:gd name="connsiteY65" fmla="*/ 463282 h 606580"/>
                <a:gd name="connsiteX66" fmla="*/ 512404 w 608615"/>
                <a:gd name="connsiteY66" fmla="*/ 501410 h 606580"/>
                <a:gd name="connsiteX67" fmla="*/ 493358 w 608615"/>
                <a:gd name="connsiteY67" fmla="*/ 539449 h 606580"/>
                <a:gd name="connsiteX68" fmla="*/ 430612 w 608615"/>
                <a:gd name="connsiteY68" fmla="*/ 576510 h 606580"/>
                <a:gd name="connsiteX69" fmla="*/ 388692 w 608615"/>
                <a:gd name="connsiteY69" fmla="*/ 574644 h 606580"/>
                <a:gd name="connsiteX70" fmla="*/ 364483 w 608615"/>
                <a:gd name="connsiteY70" fmla="*/ 540071 h 606580"/>
                <a:gd name="connsiteX71" fmla="*/ 339029 w 608615"/>
                <a:gd name="connsiteY71" fmla="*/ 521229 h 606580"/>
                <a:gd name="connsiteX72" fmla="*/ 295952 w 608615"/>
                <a:gd name="connsiteY72" fmla="*/ 521229 h 606580"/>
                <a:gd name="connsiteX73" fmla="*/ 270497 w 608615"/>
                <a:gd name="connsiteY73" fmla="*/ 540071 h 606580"/>
                <a:gd name="connsiteX74" fmla="*/ 250917 w 608615"/>
                <a:gd name="connsiteY74" fmla="*/ 571711 h 606580"/>
                <a:gd name="connsiteX75" fmla="*/ 223504 w 608615"/>
                <a:gd name="connsiteY75" fmla="*/ 580421 h 606580"/>
                <a:gd name="connsiteX76" fmla="*/ 215138 w 608615"/>
                <a:gd name="connsiteY76" fmla="*/ 579710 h 606580"/>
                <a:gd name="connsiteX77" fmla="*/ 204903 w 608615"/>
                <a:gd name="connsiteY77" fmla="*/ 565045 h 606580"/>
                <a:gd name="connsiteX78" fmla="*/ 219499 w 608615"/>
                <a:gd name="connsiteY78" fmla="*/ 554825 h 606580"/>
                <a:gd name="connsiteX79" fmla="*/ 236232 w 608615"/>
                <a:gd name="connsiteY79" fmla="*/ 551003 h 606580"/>
                <a:gd name="connsiteX80" fmla="*/ 245488 w 608615"/>
                <a:gd name="connsiteY80" fmla="*/ 535983 h 606580"/>
                <a:gd name="connsiteX81" fmla="*/ 298533 w 608615"/>
                <a:gd name="connsiteY81" fmla="*/ 496077 h 606580"/>
                <a:gd name="connsiteX82" fmla="*/ 336359 w 608615"/>
                <a:gd name="connsiteY82" fmla="*/ 496077 h 606580"/>
                <a:gd name="connsiteX83" fmla="*/ 389404 w 608615"/>
                <a:gd name="connsiteY83" fmla="*/ 535983 h 606580"/>
                <a:gd name="connsiteX84" fmla="*/ 400885 w 608615"/>
                <a:gd name="connsiteY84" fmla="*/ 552425 h 606580"/>
                <a:gd name="connsiteX85" fmla="*/ 420465 w 608615"/>
                <a:gd name="connsiteY85" fmla="*/ 553225 h 606580"/>
                <a:gd name="connsiteX86" fmla="*/ 477782 w 608615"/>
                <a:gd name="connsiteY86" fmla="*/ 519363 h 606580"/>
                <a:gd name="connsiteX87" fmla="*/ 487039 w 608615"/>
                <a:gd name="connsiteY87" fmla="*/ 500877 h 606580"/>
                <a:gd name="connsiteX88" fmla="*/ 478850 w 608615"/>
                <a:gd name="connsiteY88" fmla="*/ 482568 h 606580"/>
                <a:gd name="connsiteX89" fmla="*/ 471285 w 608615"/>
                <a:gd name="connsiteY89" fmla="*/ 416356 h 606580"/>
                <a:gd name="connsiteX90" fmla="*/ 490421 w 608615"/>
                <a:gd name="connsiteY90" fmla="*/ 382227 h 606580"/>
                <a:gd name="connsiteX91" fmla="*/ 550942 w 608615"/>
                <a:gd name="connsiteY91" fmla="*/ 355654 h 606580"/>
                <a:gd name="connsiteX92" fmla="*/ 569899 w 608615"/>
                <a:gd name="connsiteY92" fmla="*/ 354143 h 606580"/>
                <a:gd name="connsiteX93" fmla="*/ 581113 w 608615"/>
                <a:gd name="connsiteY93" fmla="*/ 336545 h 606580"/>
                <a:gd name="connsiteX94" fmla="*/ 583250 w 608615"/>
                <a:gd name="connsiteY94" fmla="*/ 302328 h 606580"/>
                <a:gd name="connsiteX95" fmla="*/ 581113 w 608615"/>
                <a:gd name="connsiteY95" fmla="*/ 268200 h 606580"/>
                <a:gd name="connsiteX96" fmla="*/ 569899 w 608615"/>
                <a:gd name="connsiteY96" fmla="*/ 250602 h 606580"/>
                <a:gd name="connsiteX97" fmla="*/ 551209 w 608615"/>
                <a:gd name="connsiteY97" fmla="*/ 249003 h 606580"/>
                <a:gd name="connsiteX98" fmla="*/ 490421 w 608615"/>
                <a:gd name="connsiteY98" fmla="*/ 222429 h 606580"/>
                <a:gd name="connsiteX99" fmla="*/ 471374 w 608615"/>
                <a:gd name="connsiteY99" fmla="*/ 188389 h 606580"/>
                <a:gd name="connsiteX100" fmla="*/ 478939 w 608615"/>
                <a:gd name="connsiteY100" fmla="*/ 122177 h 606580"/>
                <a:gd name="connsiteX101" fmla="*/ 487039 w 608615"/>
                <a:gd name="connsiteY101" fmla="*/ 103868 h 606580"/>
                <a:gd name="connsiteX102" fmla="*/ 477782 w 608615"/>
                <a:gd name="connsiteY102" fmla="*/ 85293 h 606580"/>
                <a:gd name="connsiteX103" fmla="*/ 420554 w 608615"/>
                <a:gd name="connsiteY103" fmla="*/ 51431 h 606580"/>
                <a:gd name="connsiteX104" fmla="*/ 400885 w 608615"/>
                <a:gd name="connsiteY104" fmla="*/ 52320 h 606580"/>
                <a:gd name="connsiteX105" fmla="*/ 389404 w 608615"/>
                <a:gd name="connsiteY105" fmla="*/ 68762 h 606580"/>
                <a:gd name="connsiteX106" fmla="*/ 336359 w 608615"/>
                <a:gd name="connsiteY106" fmla="*/ 108667 h 606580"/>
                <a:gd name="connsiteX107" fmla="*/ 298622 w 608615"/>
                <a:gd name="connsiteY107" fmla="*/ 108667 h 606580"/>
                <a:gd name="connsiteX108" fmla="*/ 245488 w 608615"/>
                <a:gd name="connsiteY108" fmla="*/ 68762 h 606580"/>
                <a:gd name="connsiteX109" fmla="*/ 234986 w 608615"/>
                <a:gd name="connsiteY109" fmla="*/ 52942 h 606580"/>
                <a:gd name="connsiteX110" fmla="*/ 216117 w 608615"/>
                <a:gd name="connsiteY110" fmla="*/ 50987 h 606580"/>
                <a:gd name="connsiteX111" fmla="*/ 200008 w 608615"/>
                <a:gd name="connsiteY111" fmla="*/ 43166 h 606580"/>
                <a:gd name="connsiteX112" fmla="*/ 207929 w 608615"/>
                <a:gd name="connsiteY112" fmla="*/ 27079 h 606580"/>
                <a:gd name="connsiteX113" fmla="*/ 247980 w 608615"/>
                <a:gd name="connsiteY113" fmla="*/ 31257 h 606580"/>
                <a:gd name="connsiteX114" fmla="*/ 270497 w 608615"/>
                <a:gd name="connsiteY114" fmla="*/ 64674 h 606580"/>
                <a:gd name="connsiteX115" fmla="*/ 295863 w 608615"/>
                <a:gd name="connsiteY115" fmla="*/ 83516 h 606580"/>
                <a:gd name="connsiteX116" fmla="*/ 339029 w 608615"/>
                <a:gd name="connsiteY116" fmla="*/ 83516 h 606580"/>
                <a:gd name="connsiteX117" fmla="*/ 364483 w 608615"/>
                <a:gd name="connsiteY117" fmla="*/ 64674 h 606580"/>
                <a:gd name="connsiteX118" fmla="*/ 388692 w 608615"/>
                <a:gd name="connsiteY118" fmla="*/ 30101 h 606580"/>
                <a:gd name="connsiteX119" fmla="*/ 409385 w 608615"/>
                <a:gd name="connsiteY119" fmla="*/ 24335 h 606580"/>
                <a:gd name="connsiteX120" fmla="*/ 113916 w 608615"/>
                <a:gd name="connsiteY120" fmla="*/ 0 h 606580"/>
                <a:gd name="connsiteX121" fmla="*/ 177178 w 608615"/>
                <a:gd name="connsiteY121" fmla="*/ 63191 h 606580"/>
                <a:gd name="connsiteX122" fmla="*/ 113916 w 608615"/>
                <a:gd name="connsiteY122" fmla="*/ 126383 h 606580"/>
                <a:gd name="connsiteX123" fmla="*/ 50654 w 608615"/>
                <a:gd name="connsiteY123" fmla="*/ 63191 h 606580"/>
                <a:gd name="connsiteX124" fmla="*/ 113916 w 608615"/>
                <a:gd name="connsiteY124" fmla="*/ 0 h 60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608615" h="606580">
                  <a:moveTo>
                    <a:pt x="81603" y="176901"/>
                  </a:moveTo>
                  <a:cubicBezTo>
                    <a:pt x="61669" y="176901"/>
                    <a:pt x="44761" y="193609"/>
                    <a:pt x="42180" y="215826"/>
                  </a:cubicBezTo>
                  <a:lnTo>
                    <a:pt x="25449" y="362636"/>
                  </a:lnTo>
                  <a:cubicBezTo>
                    <a:pt x="24827" y="367791"/>
                    <a:pt x="26339" y="372767"/>
                    <a:pt x="29543" y="376411"/>
                  </a:cubicBezTo>
                  <a:cubicBezTo>
                    <a:pt x="30967" y="378011"/>
                    <a:pt x="34171" y="380765"/>
                    <a:pt x="38798" y="380765"/>
                  </a:cubicBezTo>
                  <a:lnTo>
                    <a:pt x="48409" y="380765"/>
                  </a:lnTo>
                  <a:cubicBezTo>
                    <a:pt x="55084" y="380765"/>
                    <a:pt x="60512" y="385920"/>
                    <a:pt x="61046" y="392496"/>
                  </a:cubicBezTo>
                  <a:lnTo>
                    <a:pt x="75018" y="581341"/>
                  </a:lnTo>
                  <a:lnTo>
                    <a:pt x="152796" y="581341"/>
                  </a:lnTo>
                  <a:lnTo>
                    <a:pt x="166768" y="392496"/>
                  </a:lnTo>
                  <a:cubicBezTo>
                    <a:pt x="167213" y="385920"/>
                    <a:pt x="172730" y="380765"/>
                    <a:pt x="179405" y="380765"/>
                  </a:cubicBezTo>
                  <a:lnTo>
                    <a:pt x="189016" y="380765"/>
                  </a:lnTo>
                  <a:cubicBezTo>
                    <a:pt x="193643" y="380765"/>
                    <a:pt x="196847" y="378011"/>
                    <a:pt x="198271" y="376411"/>
                  </a:cubicBezTo>
                  <a:cubicBezTo>
                    <a:pt x="201475" y="372767"/>
                    <a:pt x="202987" y="367791"/>
                    <a:pt x="202365" y="362636"/>
                  </a:cubicBezTo>
                  <a:lnTo>
                    <a:pt x="185634" y="215826"/>
                  </a:lnTo>
                  <a:cubicBezTo>
                    <a:pt x="183053" y="193609"/>
                    <a:pt x="166145" y="176901"/>
                    <a:pt x="146211" y="176901"/>
                  </a:cubicBezTo>
                  <a:close/>
                  <a:moveTo>
                    <a:pt x="329132" y="176837"/>
                  </a:moveTo>
                  <a:cubicBezTo>
                    <a:pt x="398913" y="176837"/>
                    <a:pt x="455700" y="233536"/>
                    <a:pt x="455700" y="303299"/>
                  </a:cubicBezTo>
                  <a:cubicBezTo>
                    <a:pt x="455700" y="372974"/>
                    <a:pt x="398913" y="429673"/>
                    <a:pt x="329132" y="429673"/>
                  </a:cubicBezTo>
                  <a:cubicBezTo>
                    <a:pt x="301539" y="429673"/>
                    <a:pt x="275104" y="420608"/>
                    <a:pt x="252585" y="403456"/>
                  </a:cubicBezTo>
                  <a:cubicBezTo>
                    <a:pt x="247067" y="399190"/>
                    <a:pt x="245999" y="391281"/>
                    <a:pt x="250182" y="385682"/>
                  </a:cubicBezTo>
                  <a:cubicBezTo>
                    <a:pt x="254455" y="380172"/>
                    <a:pt x="262465" y="379106"/>
                    <a:pt x="267984" y="383372"/>
                  </a:cubicBezTo>
                  <a:cubicBezTo>
                    <a:pt x="286052" y="397146"/>
                    <a:pt x="307147" y="404434"/>
                    <a:pt x="329132" y="404434"/>
                  </a:cubicBezTo>
                  <a:cubicBezTo>
                    <a:pt x="384939" y="404434"/>
                    <a:pt x="430422" y="359021"/>
                    <a:pt x="430422" y="303299"/>
                  </a:cubicBezTo>
                  <a:cubicBezTo>
                    <a:pt x="430422" y="247489"/>
                    <a:pt x="384939" y="202165"/>
                    <a:pt x="329132" y="202165"/>
                  </a:cubicBezTo>
                  <a:cubicBezTo>
                    <a:pt x="302874" y="202165"/>
                    <a:pt x="277863" y="212296"/>
                    <a:pt x="258816" y="230781"/>
                  </a:cubicBezTo>
                  <a:cubicBezTo>
                    <a:pt x="253831" y="235580"/>
                    <a:pt x="245821" y="235491"/>
                    <a:pt x="240925" y="230426"/>
                  </a:cubicBezTo>
                  <a:cubicBezTo>
                    <a:pt x="236030" y="225449"/>
                    <a:pt x="236208" y="217451"/>
                    <a:pt x="241192" y="212563"/>
                  </a:cubicBezTo>
                  <a:cubicBezTo>
                    <a:pt x="265046" y="189545"/>
                    <a:pt x="296288" y="176837"/>
                    <a:pt x="329132" y="176837"/>
                  </a:cubicBezTo>
                  <a:close/>
                  <a:moveTo>
                    <a:pt x="81603" y="151574"/>
                  </a:moveTo>
                  <a:lnTo>
                    <a:pt x="146211" y="151574"/>
                  </a:lnTo>
                  <a:cubicBezTo>
                    <a:pt x="179049" y="151574"/>
                    <a:pt x="206814" y="177968"/>
                    <a:pt x="210819" y="212982"/>
                  </a:cubicBezTo>
                  <a:lnTo>
                    <a:pt x="227549" y="359793"/>
                  </a:lnTo>
                  <a:cubicBezTo>
                    <a:pt x="228973" y="372056"/>
                    <a:pt x="225146" y="384320"/>
                    <a:pt x="217137" y="393296"/>
                  </a:cubicBezTo>
                  <a:cubicBezTo>
                    <a:pt x="210285" y="401027"/>
                    <a:pt x="201119" y="405471"/>
                    <a:pt x="191152" y="406004"/>
                  </a:cubicBezTo>
                  <a:lnTo>
                    <a:pt x="177180" y="594938"/>
                  </a:lnTo>
                  <a:cubicBezTo>
                    <a:pt x="176646" y="601515"/>
                    <a:pt x="171129" y="606580"/>
                    <a:pt x="164543" y="606580"/>
                  </a:cubicBezTo>
                  <a:lnTo>
                    <a:pt x="63271" y="606580"/>
                  </a:lnTo>
                  <a:cubicBezTo>
                    <a:pt x="56685" y="606580"/>
                    <a:pt x="51168" y="601515"/>
                    <a:pt x="50634" y="594938"/>
                  </a:cubicBezTo>
                  <a:lnTo>
                    <a:pt x="36662" y="406004"/>
                  </a:lnTo>
                  <a:cubicBezTo>
                    <a:pt x="26695" y="405471"/>
                    <a:pt x="17529" y="400939"/>
                    <a:pt x="10677" y="393296"/>
                  </a:cubicBezTo>
                  <a:cubicBezTo>
                    <a:pt x="2668" y="384320"/>
                    <a:pt x="-1070" y="372056"/>
                    <a:pt x="265" y="359793"/>
                  </a:cubicBezTo>
                  <a:lnTo>
                    <a:pt x="17084" y="212982"/>
                  </a:lnTo>
                  <a:cubicBezTo>
                    <a:pt x="21000" y="177968"/>
                    <a:pt x="48765" y="151574"/>
                    <a:pt x="81603" y="151574"/>
                  </a:cubicBezTo>
                  <a:close/>
                  <a:moveTo>
                    <a:pt x="113916" y="25241"/>
                  </a:moveTo>
                  <a:cubicBezTo>
                    <a:pt x="93007" y="25241"/>
                    <a:pt x="75923" y="42217"/>
                    <a:pt x="75923" y="63191"/>
                  </a:cubicBezTo>
                  <a:cubicBezTo>
                    <a:pt x="75923" y="84078"/>
                    <a:pt x="93007" y="101053"/>
                    <a:pt x="113916" y="101053"/>
                  </a:cubicBezTo>
                  <a:cubicBezTo>
                    <a:pt x="134825" y="101053"/>
                    <a:pt x="151909" y="84078"/>
                    <a:pt x="151909" y="63191"/>
                  </a:cubicBezTo>
                  <a:cubicBezTo>
                    <a:pt x="151909" y="42217"/>
                    <a:pt x="134825" y="25241"/>
                    <a:pt x="113916" y="25241"/>
                  </a:cubicBezTo>
                  <a:close/>
                  <a:moveTo>
                    <a:pt x="409385" y="24335"/>
                  </a:moveTo>
                  <a:cubicBezTo>
                    <a:pt x="416527" y="24013"/>
                    <a:pt x="423758" y="25302"/>
                    <a:pt x="430612" y="28235"/>
                  </a:cubicBezTo>
                  <a:cubicBezTo>
                    <a:pt x="452862" y="37833"/>
                    <a:pt x="473955" y="50365"/>
                    <a:pt x="493358" y="65385"/>
                  </a:cubicBezTo>
                  <a:cubicBezTo>
                    <a:pt x="505106" y="74539"/>
                    <a:pt x="512048" y="88404"/>
                    <a:pt x="512404" y="103335"/>
                  </a:cubicBezTo>
                  <a:cubicBezTo>
                    <a:pt x="512671" y="118177"/>
                    <a:pt x="506441" y="132042"/>
                    <a:pt x="495227" y="141463"/>
                  </a:cubicBezTo>
                  <a:cubicBezTo>
                    <a:pt x="485971" y="149284"/>
                    <a:pt x="484547" y="163237"/>
                    <a:pt x="492023" y="173902"/>
                  </a:cubicBezTo>
                  <a:cubicBezTo>
                    <a:pt x="500478" y="185901"/>
                    <a:pt x="507687" y="198788"/>
                    <a:pt x="513650" y="212297"/>
                  </a:cubicBezTo>
                  <a:cubicBezTo>
                    <a:pt x="518634" y="223851"/>
                    <a:pt x="531094" y="229716"/>
                    <a:pt x="541864" y="225539"/>
                  </a:cubicBezTo>
                  <a:cubicBezTo>
                    <a:pt x="555570" y="220207"/>
                    <a:pt x="570433" y="221540"/>
                    <a:pt x="582894" y="228917"/>
                  </a:cubicBezTo>
                  <a:cubicBezTo>
                    <a:pt x="595799" y="236649"/>
                    <a:pt x="604343" y="249891"/>
                    <a:pt x="606212" y="265089"/>
                  </a:cubicBezTo>
                  <a:cubicBezTo>
                    <a:pt x="607814" y="277354"/>
                    <a:pt x="608615" y="289885"/>
                    <a:pt x="608615" y="302417"/>
                  </a:cubicBezTo>
                  <a:cubicBezTo>
                    <a:pt x="608615" y="314860"/>
                    <a:pt x="607814" y="327391"/>
                    <a:pt x="606212" y="339656"/>
                  </a:cubicBezTo>
                  <a:cubicBezTo>
                    <a:pt x="604343" y="354943"/>
                    <a:pt x="595799" y="368096"/>
                    <a:pt x="582894" y="375828"/>
                  </a:cubicBezTo>
                  <a:cubicBezTo>
                    <a:pt x="570433" y="383205"/>
                    <a:pt x="555659" y="384538"/>
                    <a:pt x="542131" y="379383"/>
                  </a:cubicBezTo>
                  <a:cubicBezTo>
                    <a:pt x="531094" y="375117"/>
                    <a:pt x="518634" y="380894"/>
                    <a:pt x="513650" y="392448"/>
                  </a:cubicBezTo>
                  <a:cubicBezTo>
                    <a:pt x="507776" y="405957"/>
                    <a:pt x="500478" y="418844"/>
                    <a:pt x="492023" y="430843"/>
                  </a:cubicBezTo>
                  <a:cubicBezTo>
                    <a:pt x="484547" y="441508"/>
                    <a:pt x="485971" y="455461"/>
                    <a:pt x="495227" y="463282"/>
                  </a:cubicBezTo>
                  <a:cubicBezTo>
                    <a:pt x="506441" y="472703"/>
                    <a:pt x="512671" y="486657"/>
                    <a:pt x="512404" y="501410"/>
                  </a:cubicBezTo>
                  <a:cubicBezTo>
                    <a:pt x="512048" y="516430"/>
                    <a:pt x="505106" y="530295"/>
                    <a:pt x="493358" y="539449"/>
                  </a:cubicBezTo>
                  <a:cubicBezTo>
                    <a:pt x="473955" y="554469"/>
                    <a:pt x="452862" y="566912"/>
                    <a:pt x="430612" y="576510"/>
                  </a:cubicBezTo>
                  <a:cubicBezTo>
                    <a:pt x="416905" y="582376"/>
                    <a:pt x="401686" y="581754"/>
                    <a:pt x="388692" y="574644"/>
                  </a:cubicBezTo>
                  <a:cubicBezTo>
                    <a:pt x="375697" y="567534"/>
                    <a:pt x="366886" y="554913"/>
                    <a:pt x="364483" y="540071"/>
                  </a:cubicBezTo>
                  <a:cubicBezTo>
                    <a:pt x="362436" y="527984"/>
                    <a:pt x="351667" y="519807"/>
                    <a:pt x="339029" y="521229"/>
                  </a:cubicBezTo>
                  <a:cubicBezTo>
                    <a:pt x="324788" y="522740"/>
                    <a:pt x="310103" y="522740"/>
                    <a:pt x="295952" y="521229"/>
                  </a:cubicBezTo>
                  <a:cubicBezTo>
                    <a:pt x="283225" y="519807"/>
                    <a:pt x="272455" y="527984"/>
                    <a:pt x="270497" y="540071"/>
                  </a:cubicBezTo>
                  <a:cubicBezTo>
                    <a:pt x="268361" y="553047"/>
                    <a:pt x="261508" y="564245"/>
                    <a:pt x="250917" y="571711"/>
                  </a:cubicBezTo>
                  <a:cubicBezTo>
                    <a:pt x="242729" y="577399"/>
                    <a:pt x="233206" y="580421"/>
                    <a:pt x="223504" y="580421"/>
                  </a:cubicBezTo>
                  <a:cubicBezTo>
                    <a:pt x="220745" y="580421"/>
                    <a:pt x="217897" y="580154"/>
                    <a:pt x="215138" y="579710"/>
                  </a:cubicBezTo>
                  <a:cubicBezTo>
                    <a:pt x="208285" y="578465"/>
                    <a:pt x="203657" y="571889"/>
                    <a:pt x="204903" y="565045"/>
                  </a:cubicBezTo>
                  <a:cubicBezTo>
                    <a:pt x="206060" y="558113"/>
                    <a:pt x="212824" y="553491"/>
                    <a:pt x="219499" y="554825"/>
                  </a:cubicBezTo>
                  <a:cubicBezTo>
                    <a:pt x="225374" y="555802"/>
                    <a:pt x="231337" y="554469"/>
                    <a:pt x="236232" y="551003"/>
                  </a:cubicBezTo>
                  <a:cubicBezTo>
                    <a:pt x="241216" y="547537"/>
                    <a:pt x="244509" y="542204"/>
                    <a:pt x="245488" y="535983"/>
                  </a:cubicBezTo>
                  <a:cubicBezTo>
                    <a:pt x="249671" y="510387"/>
                    <a:pt x="272277" y="493233"/>
                    <a:pt x="298533" y="496077"/>
                  </a:cubicBezTo>
                  <a:cubicBezTo>
                    <a:pt x="310993" y="497411"/>
                    <a:pt x="323987" y="497411"/>
                    <a:pt x="336359" y="496077"/>
                  </a:cubicBezTo>
                  <a:cubicBezTo>
                    <a:pt x="361902" y="493145"/>
                    <a:pt x="385310" y="510831"/>
                    <a:pt x="389404" y="535983"/>
                  </a:cubicBezTo>
                  <a:cubicBezTo>
                    <a:pt x="390561" y="543093"/>
                    <a:pt x="394744" y="549048"/>
                    <a:pt x="400885" y="552425"/>
                  </a:cubicBezTo>
                  <a:cubicBezTo>
                    <a:pt x="406848" y="555713"/>
                    <a:pt x="414057" y="555980"/>
                    <a:pt x="420465" y="553225"/>
                  </a:cubicBezTo>
                  <a:cubicBezTo>
                    <a:pt x="440847" y="544515"/>
                    <a:pt x="460071" y="533139"/>
                    <a:pt x="477782" y="519363"/>
                  </a:cubicBezTo>
                  <a:cubicBezTo>
                    <a:pt x="483568" y="514919"/>
                    <a:pt x="486861" y="508165"/>
                    <a:pt x="487039" y="500877"/>
                  </a:cubicBezTo>
                  <a:cubicBezTo>
                    <a:pt x="487217" y="493767"/>
                    <a:pt x="484191" y="487101"/>
                    <a:pt x="478850" y="482568"/>
                  </a:cubicBezTo>
                  <a:cubicBezTo>
                    <a:pt x="459448" y="466215"/>
                    <a:pt x="456244" y="437775"/>
                    <a:pt x="471285" y="416356"/>
                  </a:cubicBezTo>
                  <a:cubicBezTo>
                    <a:pt x="478761" y="405691"/>
                    <a:pt x="485170" y="394226"/>
                    <a:pt x="490421" y="382227"/>
                  </a:cubicBezTo>
                  <a:cubicBezTo>
                    <a:pt x="500923" y="358320"/>
                    <a:pt x="527445" y="346588"/>
                    <a:pt x="550942" y="355654"/>
                  </a:cubicBezTo>
                  <a:cubicBezTo>
                    <a:pt x="557439" y="358142"/>
                    <a:pt x="564114" y="357520"/>
                    <a:pt x="569899" y="354143"/>
                  </a:cubicBezTo>
                  <a:cubicBezTo>
                    <a:pt x="576040" y="350410"/>
                    <a:pt x="580134" y="344011"/>
                    <a:pt x="581113" y="336545"/>
                  </a:cubicBezTo>
                  <a:cubicBezTo>
                    <a:pt x="582538" y="325258"/>
                    <a:pt x="583250" y="313793"/>
                    <a:pt x="583250" y="302328"/>
                  </a:cubicBezTo>
                  <a:cubicBezTo>
                    <a:pt x="583250" y="290952"/>
                    <a:pt x="582538" y="279487"/>
                    <a:pt x="581113" y="268200"/>
                  </a:cubicBezTo>
                  <a:cubicBezTo>
                    <a:pt x="580134" y="260734"/>
                    <a:pt x="576040" y="254335"/>
                    <a:pt x="569899" y="250602"/>
                  </a:cubicBezTo>
                  <a:cubicBezTo>
                    <a:pt x="564114" y="247136"/>
                    <a:pt x="557528" y="246603"/>
                    <a:pt x="551209" y="249003"/>
                  </a:cubicBezTo>
                  <a:cubicBezTo>
                    <a:pt x="527445" y="258068"/>
                    <a:pt x="500923" y="246425"/>
                    <a:pt x="490421" y="222429"/>
                  </a:cubicBezTo>
                  <a:cubicBezTo>
                    <a:pt x="485170" y="210430"/>
                    <a:pt x="478761" y="199054"/>
                    <a:pt x="471374" y="188389"/>
                  </a:cubicBezTo>
                  <a:cubicBezTo>
                    <a:pt x="456244" y="166970"/>
                    <a:pt x="459537" y="138530"/>
                    <a:pt x="478939" y="122177"/>
                  </a:cubicBezTo>
                  <a:cubicBezTo>
                    <a:pt x="484280" y="117644"/>
                    <a:pt x="487217" y="110978"/>
                    <a:pt x="487039" y="103868"/>
                  </a:cubicBezTo>
                  <a:cubicBezTo>
                    <a:pt x="486861" y="96491"/>
                    <a:pt x="483568" y="89737"/>
                    <a:pt x="477782" y="85293"/>
                  </a:cubicBezTo>
                  <a:cubicBezTo>
                    <a:pt x="460160" y="71606"/>
                    <a:pt x="440847" y="60230"/>
                    <a:pt x="420554" y="51431"/>
                  </a:cubicBezTo>
                  <a:cubicBezTo>
                    <a:pt x="414057" y="48676"/>
                    <a:pt x="406937" y="49032"/>
                    <a:pt x="400885" y="52320"/>
                  </a:cubicBezTo>
                  <a:cubicBezTo>
                    <a:pt x="394744" y="55697"/>
                    <a:pt x="390561" y="61652"/>
                    <a:pt x="389404" y="68762"/>
                  </a:cubicBezTo>
                  <a:cubicBezTo>
                    <a:pt x="385399" y="93914"/>
                    <a:pt x="362436" y="111600"/>
                    <a:pt x="336359" y="108667"/>
                  </a:cubicBezTo>
                  <a:cubicBezTo>
                    <a:pt x="323987" y="107334"/>
                    <a:pt x="310993" y="107334"/>
                    <a:pt x="298622" y="108667"/>
                  </a:cubicBezTo>
                  <a:cubicBezTo>
                    <a:pt x="272366" y="111512"/>
                    <a:pt x="249671" y="94270"/>
                    <a:pt x="245488" y="68762"/>
                  </a:cubicBezTo>
                  <a:cubicBezTo>
                    <a:pt x="244420" y="61919"/>
                    <a:pt x="240682" y="56320"/>
                    <a:pt x="234986" y="52942"/>
                  </a:cubicBezTo>
                  <a:cubicBezTo>
                    <a:pt x="229290" y="49565"/>
                    <a:pt x="222436" y="48854"/>
                    <a:pt x="216117" y="50987"/>
                  </a:cubicBezTo>
                  <a:cubicBezTo>
                    <a:pt x="209442" y="53209"/>
                    <a:pt x="202233" y="49743"/>
                    <a:pt x="200008" y="43166"/>
                  </a:cubicBezTo>
                  <a:cubicBezTo>
                    <a:pt x="197783" y="36589"/>
                    <a:pt x="201254" y="29390"/>
                    <a:pt x="207929" y="27079"/>
                  </a:cubicBezTo>
                  <a:cubicBezTo>
                    <a:pt x="221279" y="22547"/>
                    <a:pt x="235876" y="24058"/>
                    <a:pt x="247980" y="31257"/>
                  </a:cubicBezTo>
                  <a:cubicBezTo>
                    <a:pt x="259995" y="38456"/>
                    <a:pt x="268183" y="50632"/>
                    <a:pt x="270497" y="64674"/>
                  </a:cubicBezTo>
                  <a:cubicBezTo>
                    <a:pt x="272455" y="76761"/>
                    <a:pt x="283314" y="84849"/>
                    <a:pt x="295863" y="83516"/>
                  </a:cubicBezTo>
                  <a:cubicBezTo>
                    <a:pt x="310103" y="82005"/>
                    <a:pt x="324877" y="82005"/>
                    <a:pt x="339029" y="83516"/>
                  </a:cubicBezTo>
                  <a:cubicBezTo>
                    <a:pt x="351578" y="84938"/>
                    <a:pt x="362436" y="76761"/>
                    <a:pt x="364483" y="64674"/>
                  </a:cubicBezTo>
                  <a:cubicBezTo>
                    <a:pt x="366886" y="49832"/>
                    <a:pt x="375697" y="37300"/>
                    <a:pt x="388692" y="30101"/>
                  </a:cubicBezTo>
                  <a:cubicBezTo>
                    <a:pt x="395189" y="26591"/>
                    <a:pt x="402242" y="24658"/>
                    <a:pt x="409385" y="24335"/>
                  </a:cubicBezTo>
                  <a:close/>
                  <a:moveTo>
                    <a:pt x="113916" y="0"/>
                  </a:moveTo>
                  <a:cubicBezTo>
                    <a:pt x="148795" y="0"/>
                    <a:pt x="177178" y="28352"/>
                    <a:pt x="177178" y="63191"/>
                  </a:cubicBezTo>
                  <a:cubicBezTo>
                    <a:pt x="177178" y="98031"/>
                    <a:pt x="148795" y="126383"/>
                    <a:pt x="113916" y="126383"/>
                  </a:cubicBezTo>
                  <a:cubicBezTo>
                    <a:pt x="79037" y="126383"/>
                    <a:pt x="50654" y="98031"/>
                    <a:pt x="50654" y="63191"/>
                  </a:cubicBezTo>
                  <a:cubicBezTo>
                    <a:pt x="50654" y="28352"/>
                    <a:pt x="79037" y="0"/>
                    <a:pt x="113916" y="0"/>
                  </a:cubicBezTo>
                  <a:close/>
                </a:path>
              </a:pathLst>
            </a:cu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srgbClr val="AFA397">
                    <a:lumMod val="85000"/>
                    <a:lumOff val="15000"/>
                  </a:srgbClr>
                </a:solidFill>
                <a:effectLst/>
                <a:uLnTx/>
                <a:uFillTx/>
                <a:cs typeface="+mn-ea"/>
                <a:sym typeface="+mn-lt"/>
              </a:endParaRPr>
            </a:p>
          </p:txBody>
        </p:sp>
      </p:grpSp>
      <p:grpSp>
        <p:nvGrpSpPr>
          <p:cNvPr id="43" name="组合 42"/>
          <p:cNvGrpSpPr/>
          <p:nvPr>
            <p:custDataLst>
              <p:tags r:id="rId14"/>
            </p:custDataLst>
          </p:nvPr>
        </p:nvGrpSpPr>
        <p:grpSpPr>
          <a:xfrm>
            <a:off x="5779835" y="3079892"/>
            <a:ext cx="789924" cy="789920"/>
            <a:chOff x="5779835" y="3215551"/>
            <a:chExt cx="789924" cy="789920"/>
          </a:xfrm>
        </p:grpSpPr>
        <p:sp>
          <p:nvSpPr>
            <p:cNvPr id="44" name="íṡḷíḋê"/>
            <p:cNvSpPr/>
            <p:nvPr>
              <p:custDataLst>
                <p:tags r:id="rId15"/>
              </p:custDataLst>
            </p:nvPr>
          </p:nvSpPr>
          <p:spPr>
            <a:xfrm>
              <a:off x="5779835" y="3215551"/>
              <a:ext cx="789924" cy="789920"/>
            </a:xfrm>
            <a:prstGeom prst="ellipse">
              <a:avLst/>
            </a:prstGeom>
            <a:solidFill>
              <a:schemeClr val="accent2"/>
            </a:solid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prstClr val="white"/>
                </a:solidFill>
                <a:effectLst/>
                <a:uLnTx/>
                <a:uFillTx/>
                <a:cs typeface="+mn-ea"/>
                <a:sym typeface="+mn-lt"/>
              </a:endParaRPr>
            </a:p>
          </p:txBody>
        </p:sp>
        <p:sp>
          <p:nvSpPr>
            <p:cNvPr id="45" name="Oval 33"/>
            <p:cNvSpPr/>
            <p:nvPr>
              <p:custDataLst>
                <p:tags r:id="rId16"/>
              </p:custDataLst>
            </p:nvPr>
          </p:nvSpPr>
          <p:spPr>
            <a:xfrm>
              <a:off x="5959108" y="3410456"/>
              <a:ext cx="400762" cy="400110"/>
            </a:xfrm>
            <a:custGeom>
              <a:avLst/>
              <a:gdLst>
                <a:gd name="connsiteX0" fmla="*/ 279086 w 606580"/>
                <a:gd name="connsiteY0" fmla="*/ 279044 h 605592"/>
                <a:gd name="connsiteX1" fmla="*/ 279086 w 606580"/>
                <a:gd name="connsiteY1" fmla="*/ 338184 h 605592"/>
                <a:gd name="connsiteX2" fmla="*/ 297654 w 606580"/>
                <a:gd name="connsiteY2" fmla="*/ 327710 h 605592"/>
                <a:gd name="connsiteX3" fmla="*/ 304802 w 606580"/>
                <a:gd name="connsiteY3" fmla="*/ 307873 h 605592"/>
                <a:gd name="connsiteX4" fmla="*/ 298768 w 606580"/>
                <a:gd name="connsiteY4" fmla="*/ 290353 h 605592"/>
                <a:gd name="connsiteX5" fmla="*/ 279086 w 606580"/>
                <a:gd name="connsiteY5" fmla="*/ 279044 h 605592"/>
                <a:gd name="connsiteX6" fmla="*/ 257084 w 606580"/>
                <a:gd name="connsiteY6" fmla="*/ 176799 h 605592"/>
                <a:gd name="connsiteX7" fmla="*/ 242880 w 606580"/>
                <a:gd name="connsiteY7" fmla="*/ 187181 h 605592"/>
                <a:gd name="connsiteX8" fmla="*/ 237495 w 606580"/>
                <a:gd name="connsiteY8" fmla="*/ 203218 h 605592"/>
                <a:gd name="connsiteX9" fmla="*/ 242323 w 606580"/>
                <a:gd name="connsiteY9" fmla="*/ 218142 h 605592"/>
                <a:gd name="connsiteX10" fmla="*/ 257084 w 606580"/>
                <a:gd name="connsiteY10" fmla="*/ 229266 h 605592"/>
                <a:gd name="connsiteX11" fmla="*/ 257084 w 606580"/>
                <a:gd name="connsiteY11" fmla="*/ 128782 h 605592"/>
                <a:gd name="connsiteX12" fmla="*/ 279086 w 606580"/>
                <a:gd name="connsiteY12" fmla="*/ 128782 h 605592"/>
                <a:gd name="connsiteX13" fmla="*/ 279086 w 606580"/>
                <a:gd name="connsiteY13" fmla="*/ 143799 h 605592"/>
                <a:gd name="connsiteX14" fmla="*/ 317521 w 606580"/>
                <a:gd name="connsiteY14" fmla="*/ 160206 h 605592"/>
                <a:gd name="connsiteX15" fmla="*/ 335810 w 606580"/>
                <a:gd name="connsiteY15" fmla="*/ 196543 h 605592"/>
                <a:gd name="connsiteX16" fmla="*/ 297375 w 606580"/>
                <a:gd name="connsiteY16" fmla="*/ 201549 h 605592"/>
                <a:gd name="connsiteX17" fmla="*/ 279086 w 606580"/>
                <a:gd name="connsiteY17" fmla="*/ 177263 h 605592"/>
                <a:gd name="connsiteX18" fmla="*/ 279086 w 606580"/>
                <a:gd name="connsiteY18" fmla="*/ 236589 h 605592"/>
                <a:gd name="connsiteX19" fmla="*/ 328754 w 606580"/>
                <a:gd name="connsiteY19" fmla="*/ 262173 h 605592"/>
                <a:gd name="connsiteX20" fmla="*/ 342030 w 606580"/>
                <a:gd name="connsiteY20" fmla="*/ 302403 h 605592"/>
                <a:gd name="connsiteX21" fmla="*/ 325412 w 606580"/>
                <a:gd name="connsiteY21" fmla="*/ 348659 h 605592"/>
                <a:gd name="connsiteX22" fmla="*/ 279086 w 606580"/>
                <a:gd name="connsiteY22" fmla="*/ 371741 h 605592"/>
                <a:gd name="connsiteX23" fmla="*/ 279086 w 606580"/>
                <a:gd name="connsiteY23" fmla="*/ 400106 h 605592"/>
                <a:gd name="connsiteX24" fmla="*/ 257084 w 606580"/>
                <a:gd name="connsiteY24" fmla="*/ 400106 h 605592"/>
                <a:gd name="connsiteX25" fmla="*/ 257084 w 606580"/>
                <a:gd name="connsiteY25" fmla="*/ 372482 h 605592"/>
                <a:gd name="connsiteX26" fmla="*/ 214471 w 606580"/>
                <a:gd name="connsiteY26" fmla="*/ 352923 h 605592"/>
                <a:gd name="connsiteX27" fmla="*/ 193490 w 606580"/>
                <a:gd name="connsiteY27" fmla="*/ 306667 h 605592"/>
                <a:gd name="connsiteX28" fmla="*/ 233132 w 606580"/>
                <a:gd name="connsiteY28" fmla="*/ 302403 h 605592"/>
                <a:gd name="connsiteX29" fmla="*/ 242230 w 606580"/>
                <a:gd name="connsiteY29" fmla="*/ 323353 h 605592"/>
                <a:gd name="connsiteX30" fmla="*/ 257084 w 606580"/>
                <a:gd name="connsiteY30" fmla="*/ 336052 h 605592"/>
                <a:gd name="connsiteX31" fmla="*/ 257084 w 606580"/>
                <a:gd name="connsiteY31" fmla="*/ 272555 h 605592"/>
                <a:gd name="connsiteX32" fmla="*/ 213450 w 606580"/>
                <a:gd name="connsiteY32" fmla="*/ 246878 h 605592"/>
                <a:gd name="connsiteX33" fmla="*/ 199525 w 606580"/>
                <a:gd name="connsiteY33" fmla="*/ 205072 h 605592"/>
                <a:gd name="connsiteX34" fmla="*/ 215307 w 606580"/>
                <a:gd name="connsiteY34" fmla="*/ 163265 h 605592"/>
                <a:gd name="connsiteX35" fmla="*/ 257084 w 606580"/>
                <a:gd name="connsiteY35" fmla="*/ 143799 h 605592"/>
                <a:gd name="connsiteX36" fmla="*/ 265083 w 606580"/>
                <a:gd name="connsiteY36" fmla="*/ 37821 h 605592"/>
                <a:gd name="connsiteX37" fmla="*/ 37882 w 606580"/>
                <a:gd name="connsiteY37" fmla="*/ 264651 h 605592"/>
                <a:gd name="connsiteX38" fmla="*/ 265083 w 606580"/>
                <a:gd name="connsiteY38" fmla="*/ 491574 h 605592"/>
                <a:gd name="connsiteX39" fmla="*/ 492376 w 606580"/>
                <a:gd name="connsiteY39" fmla="*/ 264651 h 605592"/>
                <a:gd name="connsiteX40" fmla="*/ 265083 w 606580"/>
                <a:gd name="connsiteY40" fmla="*/ 37821 h 605592"/>
                <a:gd name="connsiteX41" fmla="*/ 265083 w 606580"/>
                <a:gd name="connsiteY41" fmla="*/ 0 h 605592"/>
                <a:gd name="connsiteX42" fmla="*/ 530259 w 606580"/>
                <a:gd name="connsiteY42" fmla="*/ 264651 h 605592"/>
                <a:gd name="connsiteX43" fmla="*/ 465357 w 606580"/>
                <a:gd name="connsiteY43" fmla="*/ 437810 h 605592"/>
                <a:gd name="connsiteX44" fmla="*/ 606580 w 606580"/>
                <a:gd name="connsiteY44" fmla="*/ 578895 h 605592"/>
                <a:gd name="connsiteX45" fmla="*/ 579840 w 606580"/>
                <a:gd name="connsiteY45" fmla="*/ 605592 h 605592"/>
                <a:gd name="connsiteX46" fmla="*/ 438524 w 606580"/>
                <a:gd name="connsiteY46" fmla="*/ 464599 h 605592"/>
                <a:gd name="connsiteX47" fmla="*/ 265083 w 606580"/>
                <a:gd name="connsiteY47" fmla="*/ 529395 h 605592"/>
                <a:gd name="connsiteX48" fmla="*/ 0 w 606580"/>
                <a:gd name="connsiteY48" fmla="*/ 264651 h 605592"/>
                <a:gd name="connsiteX49" fmla="*/ 265083 w 606580"/>
                <a:gd name="connsiteY49"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06580" h="605592">
                  <a:moveTo>
                    <a:pt x="279086" y="279044"/>
                  </a:moveTo>
                  <a:lnTo>
                    <a:pt x="279086" y="338184"/>
                  </a:lnTo>
                  <a:cubicBezTo>
                    <a:pt x="286699" y="336794"/>
                    <a:pt x="292919" y="333271"/>
                    <a:pt x="297654" y="327710"/>
                  </a:cubicBezTo>
                  <a:cubicBezTo>
                    <a:pt x="302388" y="322055"/>
                    <a:pt x="304802" y="315474"/>
                    <a:pt x="304802" y="307873"/>
                  </a:cubicBezTo>
                  <a:cubicBezTo>
                    <a:pt x="304802" y="301106"/>
                    <a:pt x="302760" y="295266"/>
                    <a:pt x="298768" y="290353"/>
                  </a:cubicBezTo>
                  <a:cubicBezTo>
                    <a:pt x="294776" y="285440"/>
                    <a:pt x="288277" y="281732"/>
                    <a:pt x="279086" y="279044"/>
                  </a:cubicBezTo>
                  <a:close/>
                  <a:moveTo>
                    <a:pt x="257084" y="176799"/>
                  </a:moveTo>
                  <a:cubicBezTo>
                    <a:pt x="251142" y="178838"/>
                    <a:pt x="246407" y="182268"/>
                    <a:pt x="242880" y="187181"/>
                  </a:cubicBezTo>
                  <a:cubicBezTo>
                    <a:pt x="239259" y="192001"/>
                    <a:pt x="237495" y="197378"/>
                    <a:pt x="237495" y="203218"/>
                  </a:cubicBezTo>
                  <a:cubicBezTo>
                    <a:pt x="237495" y="208594"/>
                    <a:pt x="239166" y="213600"/>
                    <a:pt x="242323" y="218142"/>
                  </a:cubicBezTo>
                  <a:cubicBezTo>
                    <a:pt x="245572" y="222777"/>
                    <a:pt x="250492" y="226485"/>
                    <a:pt x="257084" y="229266"/>
                  </a:cubicBezTo>
                  <a:close/>
                  <a:moveTo>
                    <a:pt x="257084" y="128782"/>
                  </a:moveTo>
                  <a:lnTo>
                    <a:pt x="279086" y="128782"/>
                  </a:lnTo>
                  <a:lnTo>
                    <a:pt x="279086" y="143799"/>
                  </a:lnTo>
                  <a:cubicBezTo>
                    <a:pt x="295240" y="145653"/>
                    <a:pt x="308052" y="151215"/>
                    <a:pt x="317521" y="160206"/>
                  </a:cubicBezTo>
                  <a:cubicBezTo>
                    <a:pt x="327083" y="169291"/>
                    <a:pt x="333118" y="181434"/>
                    <a:pt x="335810" y="196543"/>
                  </a:cubicBezTo>
                  <a:lnTo>
                    <a:pt x="297375" y="201549"/>
                  </a:lnTo>
                  <a:cubicBezTo>
                    <a:pt x="295054" y="189684"/>
                    <a:pt x="288927" y="181527"/>
                    <a:pt x="279086" y="177263"/>
                  </a:cubicBezTo>
                  <a:lnTo>
                    <a:pt x="279086" y="236589"/>
                  </a:lnTo>
                  <a:cubicBezTo>
                    <a:pt x="303410" y="243170"/>
                    <a:pt x="320028" y="251698"/>
                    <a:pt x="328754" y="262173"/>
                  </a:cubicBezTo>
                  <a:cubicBezTo>
                    <a:pt x="337574" y="272648"/>
                    <a:pt x="342030" y="285996"/>
                    <a:pt x="342030" y="302403"/>
                  </a:cubicBezTo>
                  <a:cubicBezTo>
                    <a:pt x="342030" y="320757"/>
                    <a:pt x="336460" y="336145"/>
                    <a:pt x="325412" y="348659"/>
                  </a:cubicBezTo>
                  <a:cubicBezTo>
                    <a:pt x="314272" y="361266"/>
                    <a:pt x="298861" y="368867"/>
                    <a:pt x="279086" y="371741"/>
                  </a:cubicBezTo>
                  <a:lnTo>
                    <a:pt x="279086" y="400106"/>
                  </a:lnTo>
                  <a:lnTo>
                    <a:pt x="257084" y="400106"/>
                  </a:lnTo>
                  <a:lnTo>
                    <a:pt x="257084" y="372482"/>
                  </a:lnTo>
                  <a:cubicBezTo>
                    <a:pt x="239630" y="370350"/>
                    <a:pt x="225333" y="363861"/>
                    <a:pt x="214471" y="352923"/>
                  </a:cubicBezTo>
                  <a:cubicBezTo>
                    <a:pt x="203517" y="341985"/>
                    <a:pt x="196554" y="326597"/>
                    <a:pt x="193490" y="306667"/>
                  </a:cubicBezTo>
                  <a:lnTo>
                    <a:pt x="233132" y="302403"/>
                  </a:lnTo>
                  <a:cubicBezTo>
                    <a:pt x="234710" y="310561"/>
                    <a:pt x="237774" y="317513"/>
                    <a:pt x="242230" y="323353"/>
                  </a:cubicBezTo>
                  <a:cubicBezTo>
                    <a:pt x="246686" y="329193"/>
                    <a:pt x="251606" y="333457"/>
                    <a:pt x="257084" y="336052"/>
                  </a:cubicBezTo>
                  <a:lnTo>
                    <a:pt x="257084" y="272555"/>
                  </a:lnTo>
                  <a:cubicBezTo>
                    <a:pt x="237217" y="266900"/>
                    <a:pt x="222734" y="258280"/>
                    <a:pt x="213450" y="246878"/>
                  </a:cubicBezTo>
                  <a:cubicBezTo>
                    <a:pt x="204166" y="235383"/>
                    <a:pt x="199525" y="221479"/>
                    <a:pt x="199525" y="205072"/>
                  </a:cubicBezTo>
                  <a:cubicBezTo>
                    <a:pt x="199525" y="188479"/>
                    <a:pt x="204816" y="174574"/>
                    <a:pt x="215307" y="163265"/>
                  </a:cubicBezTo>
                  <a:cubicBezTo>
                    <a:pt x="225705" y="151956"/>
                    <a:pt x="239723" y="145467"/>
                    <a:pt x="257084" y="143799"/>
                  </a:cubicBezTo>
                  <a:close/>
                  <a:moveTo>
                    <a:pt x="265083" y="37821"/>
                  </a:moveTo>
                  <a:cubicBezTo>
                    <a:pt x="139830" y="37821"/>
                    <a:pt x="37882" y="139602"/>
                    <a:pt x="37882" y="264651"/>
                  </a:cubicBezTo>
                  <a:cubicBezTo>
                    <a:pt x="37882" y="389793"/>
                    <a:pt x="139830" y="491574"/>
                    <a:pt x="265083" y="491574"/>
                  </a:cubicBezTo>
                  <a:cubicBezTo>
                    <a:pt x="390429" y="491574"/>
                    <a:pt x="492376" y="389793"/>
                    <a:pt x="492376" y="264651"/>
                  </a:cubicBezTo>
                  <a:cubicBezTo>
                    <a:pt x="492376" y="139602"/>
                    <a:pt x="390429" y="37821"/>
                    <a:pt x="265083" y="37821"/>
                  </a:cubicBezTo>
                  <a:close/>
                  <a:moveTo>
                    <a:pt x="265083" y="0"/>
                  </a:moveTo>
                  <a:cubicBezTo>
                    <a:pt x="411505" y="0"/>
                    <a:pt x="530259" y="118467"/>
                    <a:pt x="530259" y="264651"/>
                  </a:cubicBezTo>
                  <a:cubicBezTo>
                    <a:pt x="530259" y="330930"/>
                    <a:pt x="505654" y="391368"/>
                    <a:pt x="465357" y="437810"/>
                  </a:cubicBezTo>
                  <a:lnTo>
                    <a:pt x="606580" y="578895"/>
                  </a:lnTo>
                  <a:lnTo>
                    <a:pt x="579840" y="605592"/>
                  </a:lnTo>
                  <a:lnTo>
                    <a:pt x="438524" y="464599"/>
                  </a:lnTo>
                  <a:cubicBezTo>
                    <a:pt x="392007" y="504830"/>
                    <a:pt x="331470" y="529395"/>
                    <a:pt x="265083" y="529395"/>
                  </a:cubicBezTo>
                  <a:cubicBezTo>
                    <a:pt x="118661" y="529395"/>
                    <a:pt x="0" y="410835"/>
                    <a:pt x="0" y="264651"/>
                  </a:cubicBezTo>
                  <a:cubicBezTo>
                    <a:pt x="0" y="118467"/>
                    <a:pt x="118753" y="0"/>
                    <a:pt x="265083" y="0"/>
                  </a:cubicBezTo>
                  <a:close/>
                </a:path>
              </a:pathLst>
            </a:cu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srgbClr val="AFA397">
                    <a:lumMod val="85000"/>
                    <a:lumOff val="15000"/>
                  </a:srgbClr>
                </a:solidFill>
                <a:effectLst/>
                <a:uLnTx/>
                <a:uFillTx/>
                <a:cs typeface="+mn-ea"/>
                <a:sym typeface="+mn-lt"/>
              </a:endParaRPr>
            </a:p>
          </p:txBody>
        </p:sp>
      </p:grpSp>
      <p:grpSp>
        <p:nvGrpSpPr>
          <p:cNvPr id="46" name="组合 45"/>
          <p:cNvGrpSpPr/>
          <p:nvPr>
            <p:custDataLst>
              <p:tags r:id="rId17"/>
            </p:custDataLst>
          </p:nvPr>
        </p:nvGrpSpPr>
        <p:grpSpPr>
          <a:xfrm>
            <a:off x="4860857" y="4912049"/>
            <a:ext cx="789924" cy="789920"/>
            <a:chOff x="4860857" y="5047708"/>
            <a:chExt cx="789924" cy="789920"/>
          </a:xfrm>
        </p:grpSpPr>
        <p:sp>
          <p:nvSpPr>
            <p:cNvPr id="47" name="í$1îḍe"/>
            <p:cNvSpPr/>
            <p:nvPr>
              <p:custDataLst>
                <p:tags r:id="rId18"/>
              </p:custDataLst>
            </p:nvPr>
          </p:nvSpPr>
          <p:spPr>
            <a:xfrm>
              <a:off x="4860857" y="5047708"/>
              <a:ext cx="789924" cy="789920"/>
            </a:xfrm>
            <a:prstGeom prst="ellipse">
              <a:avLst/>
            </a:prstGeom>
            <a:solidFill>
              <a:schemeClr val="accent1"/>
            </a:solidFill>
            <a:ln w="38100" cap="flat" cmpd="sng" algn="ctr">
              <a:noFill/>
              <a:prstDash val="solid"/>
              <a:round/>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dirty="0">
                <a:ln>
                  <a:noFill/>
                </a:ln>
                <a:solidFill>
                  <a:prstClr val="white"/>
                </a:solidFill>
                <a:effectLst/>
                <a:uLnTx/>
                <a:uFillTx/>
                <a:cs typeface="+mn-ea"/>
                <a:sym typeface="+mn-lt"/>
              </a:endParaRPr>
            </a:p>
          </p:txBody>
        </p:sp>
        <p:sp>
          <p:nvSpPr>
            <p:cNvPr id="48" name="Oval 41"/>
            <p:cNvSpPr/>
            <p:nvPr>
              <p:custDataLst>
                <p:tags r:id="rId19"/>
              </p:custDataLst>
            </p:nvPr>
          </p:nvSpPr>
          <p:spPr>
            <a:xfrm>
              <a:off x="5098844" y="5288973"/>
              <a:ext cx="313518" cy="307751"/>
            </a:xfrm>
            <a:custGeom>
              <a:avLst/>
              <a:gdLst>
                <a:gd name="connsiteX0" fmla="*/ 244277 w 606086"/>
                <a:gd name="connsiteY0" fmla="*/ 198378 h 594937"/>
                <a:gd name="connsiteX1" fmla="*/ 198685 w 606086"/>
                <a:gd name="connsiteY1" fmla="*/ 243894 h 594937"/>
                <a:gd name="connsiteX2" fmla="*/ 198685 w 606086"/>
                <a:gd name="connsiteY2" fmla="*/ 340675 h 594937"/>
                <a:gd name="connsiteX3" fmla="*/ 228863 w 606086"/>
                <a:gd name="connsiteY3" fmla="*/ 383317 h 594937"/>
                <a:gd name="connsiteX4" fmla="*/ 238798 w 606086"/>
                <a:gd name="connsiteY4" fmla="*/ 397501 h 594937"/>
                <a:gd name="connsiteX5" fmla="*/ 238798 w 606086"/>
                <a:gd name="connsiteY5" fmla="*/ 534235 h 594937"/>
                <a:gd name="connsiteX6" fmla="*/ 268884 w 606086"/>
                <a:gd name="connsiteY6" fmla="*/ 564271 h 594937"/>
                <a:gd name="connsiteX7" fmla="*/ 337690 w 606086"/>
                <a:gd name="connsiteY7" fmla="*/ 564271 h 594937"/>
                <a:gd name="connsiteX8" fmla="*/ 367775 w 606086"/>
                <a:gd name="connsiteY8" fmla="*/ 534235 h 594937"/>
                <a:gd name="connsiteX9" fmla="*/ 367775 w 606086"/>
                <a:gd name="connsiteY9" fmla="*/ 397501 h 594937"/>
                <a:gd name="connsiteX10" fmla="*/ 377710 w 606086"/>
                <a:gd name="connsiteY10" fmla="*/ 383317 h 594937"/>
                <a:gd name="connsiteX11" fmla="*/ 407517 w 606086"/>
                <a:gd name="connsiteY11" fmla="*/ 340675 h 594937"/>
                <a:gd name="connsiteX12" fmla="*/ 407517 w 606086"/>
                <a:gd name="connsiteY12" fmla="*/ 243894 h 594937"/>
                <a:gd name="connsiteX13" fmla="*/ 362018 w 606086"/>
                <a:gd name="connsiteY13" fmla="*/ 198378 h 594937"/>
                <a:gd name="connsiteX14" fmla="*/ 465039 w 606086"/>
                <a:gd name="connsiteY14" fmla="*/ 168299 h 594937"/>
                <a:gd name="connsiteX15" fmla="*/ 530224 w 606086"/>
                <a:gd name="connsiteY15" fmla="*/ 168299 h 594937"/>
                <a:gd name="connsiteX16" fmla="*/ 606086 w 606086"/>
                <a:gd name="connsiteY16" fmla="*/ 243932 h 594937"/>
                <a:gd name="connsiteX17" fmla="*/ 606086 w 606086"/>
                <a:gd name="connsiteY17" fmla="*/ 340697 h 594937"/>
                <a:gd name="connsiteX18" fmla="*/ 566251 w 606086"/>
                <a:gd name="connsiteY18" fmla="*/ 407339 h 594937"/>
                <a:gd name="connsiteX19" fmla="*/ 566251 w 606086"/>
                <a:gd name="connsiteY19" fmla="*/ 534598 h 594937"/>
                <a:gd name="connsiteX20" fmla="*/ 505803 w 606086"/>
                <a:gd name="connsiteY20" fmla="*/ 594937 h 594937"/>
                <a:gd name="connsiteX21" fmla="*/ 436997 w 606086"/>
                <a:gd name="connsiteY21" fmla="*/ 594937 h 594937"/>
                <a:gd name="connsiteX22" fmla="*/ 421769 w 606086"/>
                <a:gd name="connsiteY22" fmla="*/ 579736 h 594937"/>
                <a:gd name="connsiteX23" fmla="*/ 436997 w 606086"/>
                <a:gd name="connsiteY23" fmla="*/ 564536 h 594937"/>
                <a:gd name="connsiteX24" fmla="*/ 505803 w 606086"/>
                <a:gd name="connsiteY24" fmla="*/ 564536 h 594937"/>
                <a:gd name="connsiteX25" fmla="*/ 535888 w 606086"/>
                <a:gd name="connsiteY25" fmla="*/ 534505 h 594937"/>
                <a:gd name="connsiteX26" fmla="*/ 535888 w 606086"/>
                <a:gd name="connsiteY26" fmla="*/ 397792 h 594937"/>
                <a:gd name="connsiteX27" fmla="*/ 545823 w 606086"/>
                <a:gd name="connsiteY27" fmla="*/ 383611 h 594937"/>
                <a:gd name="connsiteX28" fmla="*/ 575722 w 606086"/>
                <a:gd name="connsiteY28" fmla="*/ 340975 h 594937"/>
                <a:gd name="connsiteX29" fmla="*/ 575722 w 606086"/>
                <a:gd name="connsiteY29" fmla="*/ 244210 h 594937"/>
                <a:gd name="connsiteX30" fmla="*/ 530224 w 606086"/>
                <a:gd name="connsiteY30" fmla="*/ 198700 h 594937"/>
                <a:gd name="connsiteX31" fmla="*/ 465039 w 606086"/>
                <a:gd name="connsiteY31" fmla="*/ 198700 h 594937"/>
                <a:gd name="connsiteX32" fmla="*/ 449811 w 606086"/>
                <a:gd name="connsiteY32" fmla="*/ 183500 h 594937"/>
                <a:gd name="connsiteX33" fmla="*/ 465039 w 606086"/>
                <a:gd name="connsiteY33" fmla="*/ 168299 h 594937"/>
                <a:gd name="connsiteX34" fmla="*/ 244091 w 606086"/>
                <a:gd name="connsiteY34" fmla="*/ 168157 h 594937"/>
                <a:gd name="connsiteX35" fmla="*/ 361832 w 606086"/>
                <a:gd name="connsiteY35" fmla="*/ 168157 h 594937"/>
                <a:gd name="connsiteX36" fmla="*/ 437788 w 606086"/>
                <a:gd name="connsiteY36" fmla="*/ 243894 h 594937"/>
                <a:gd name="connsiteX37" fmla="*/ 437788 w 606086"/>
                <a:gd name="connsiteY37" fmla="*/ 340675 h 594937"/>
                <a:gd name="connsiteX38" fmla="*/ 397860 w 606086"/>
                <a:gd name="connsiteY38" fmla="*/ 407327 h 594937"/>
                <a:gd name="connsiteX39" fmla="*/ 397860 w 606086"/>
                <a:gd name="connsiteY39" fmla="*/ 534235 h 594937"/>
                <a:gd name="connsiteX40" fmla="*/ 337504 w 606086"/>
                <a:gd name="connsiteY40" fmla="*/ 594584 h 594937"/>
                <a:gd name="connsiteX41" fmla="*/ 268605 w 606086"/>
                <a:gd name="connsiteY41" fmla="*/ 594584 h 594937"/>
                <a:gd name="connsiteX42" fmla="*/ 208063 w 606086"/>
                <a:gd name="connsiteY42" fmla="*/ 534235 h 594937"/>
                <a:gd name="connsiteX43" fmla="*/ 208063 w 606086"/>
                <a:gd name="connsiteY43" fmla="*/ 407327 h 594937"/>
                <a:gd name="connsiteX44" fmla="*/ 168228 w 606086"/>
                <a:gd name="connsiteY44" fmla="*/ 340675 h 594937"/>
                <a:gd name="connsiteX45" fmla="*/ 168228 w 606086"/>
                <a:gd name="connsiteY45" fmla="*/ 243894 h 594937"/>
                <a:gd name="connsiteX46" fmla="*/ 244091 w 606086"/>
                <a:gd name="connsiteY46" fmla="*/ 168157 h 594937"/>
                <a:gd name="connsiteX47" fmla="*/ 75862 w 606086"/>
                <a:gd name="connsiteY47" fmla="*/ 168016 h 594937"/>
                <a:gd name="connsiteX48" fmla="*/ 140861 w 606086"/>
                <a:gd name="connsiteY48" fmla="*/ 168016 h 594937"/>
                <a:gd name="connsiteX49" fmla="*/ 156089 w 606086"/>
                <a:gd name="connsiteY49" fmla="*/ 183217 h 594937"/>
                <a:gd name="connsiteX50" fmla="*/ 140861 w 606086"/>
                <a:gd name="connsiteY50" fmla="*/ 198419 h 594937"/>
                <a:gd name="connsiteX51" fmla="*/ 76048 w 606086"/>
                <a:gd name="connsiteY51" fmla="*/ 198419 h 594937"/>
                <a:gd name="connsiteX52" fmla="*/ 30456 w 606086"/>
                <a:gd name="connsiteY52" fmla="*/ 243931 h 594937"/>
                <a:gd name="connsiteX53" fmla="*/ 30456 w 606086"/>
                <a:gd name="connsiteY53" fmla="*/ 340701 h 594937"/>
                <a:gd name="connsiteX54" fmla="*/ 60263 w 606086"/>
                <a:gd name="connsiteY54" fmla="*/ 383339 h 594937"/>
                <a:gd name="connsiteX55" fmla="*/ 70198 w 606086"/>
                <a:gd name="connsiteY55" fmla="*/ 397521 h 594937"/>
                <a:gd name="connsiteX56" fmla="*/ 70198 w 606086"/>
                <a:gd name="connsiteY56" fmla="*/ 534149 h 594937"/>
                <a:gd name="connsiteX57" fmla="*/ 100283 w 606086"/>
                <a:gd name="connsiteY57" fmla="*/ 564181 h 594937"/>
                <a:gd name="connsiteX58" fmla="*/ 169089 w 606086"/>
                <a:gd name="connsiteY58" fmla="*/ 564181 h 594937"/>
                <a:gd name="connsiteX59" fmla="*/ 184317 w 606086"/>
                <a:gd name="connsiteY59" fmla="*/ 579383 h 594937"/>
                <a:gd name="connsiteX60" fmla="*/ 169089 w 606086"/>
                <a:gd name="connsiteY60" fmla="*/ 594584 h 594937"/>
                <a:gd name="connsiteX61" fmla="*/ 100283 w 606086"/>
                <a:gd name="connsiteY61" fmla="*/ 594584 h 594937"/>
                <a:gd name="connsiteX62" fmla="*/ 39835 w 606086"/>
                <a:gd name="connsiteY62" fmla="*/ 534149 h 594937"/>
                <a:gd name="connsiteX63" fmla="*/ 39835 w 606086"/>
                <a:gd name="connsiteY63" fmla="*/ 407161 h 594937"/>
                <a:gd name="connsiteX64" fmla="*/ 0 w 606086"/>
                <a:gd name="connsiteY64" fmla="*/ 340608 h 594937"/>
                <a:gd name="connsiteX65" fmla="*/ 0 w 606086"/>
                <a:gd name="connsiteY65" fmla="*/ 243838 h 594937"/>
                <a:gd name="connsiteX66" fmla="*/ 75862 w 606086"/>
                <a:gd name="connsiteY66" fmla="*/ 168016 h 594937"/>
                <a:gd name="connsiteX67" fmla="*/ 478786 w 606086"/>
                <a:gd name="connsiteY67" fmla="*/ 30314 h 594937"/>
                <a:gd name="connsiteX68" fmla="*/ 432649 w 606086"/>
                <a:gd name="connsiteY68" fmla="*/ 76387 h 594937"/>
                <a:gd name="connsiteX69" fmla="*/ 478786 w 606086"/>
                <a:gd name="connsiteY69" fmla="*/ 122553 h 594937"/>
                <a:gd name="connsiteX70" fmla="*/ 525016 w 606086"/>
                <a:gd name="connsiteY70" fmla="*/ 76387 h 594937"/>
                <a:gd name="connsiteX71" fmla="*/ 478786 w 606086"/>
                <a:gd name="connsiteY71" fmla="*/ 30314 h 594937"/>
                <a:gd name="connsiteX72" fmla="*/ 303043 w 606086"/>
                <a:gd name="connsiteY72" fmla="*/ 30314 h 594937"/>
                <a:gd name="connsiteX73" fmla="*/ 256885 w 606086"/>
                <a:gd name="connsiteY73" fmla="*/ 76387 h 594937"/>
                <a:gd name="connsiteX74" fmla="*/ 303043 w 606086"/>
                <a:gd name="connsiteY74" fmla="*/ 122553 h 594937"/>
                <a:gd name="connsiteX75" fmla="*/ 349201 w 606086"/>
                <a:gd name="connsiteY75" fmla="*/ 76387 h 594937"/>
                <a:gd name="connsiteX76" fmla="*/ 303043 w 606086"/>
                <a:gd name="connsiteY76" fmla="*/ 30314 h 594937"/>
                <a:gd name="connsiteX77" fmla="*/ 127300 w 606086"/>
                <a:gd name="connsiteY77" fmla="*/ 30314 h 594937"/>
                <a:gd name="connsiteX78" fmla="*/ 81070 w 606086"/>
                <a:gd name="connsiteY78" fmla="*/ 76387 h 594937"/>
                <a:gd name="connsiteX79" fmla="*/ 127300 w 606086"/>
                <a:gd name="connsiteY79" fmla="*/ 122553 h 594937"/>
                <a:gd name="connsiteX80" fmla="*/ 173437 w 606086"/>
                <a:gd name="connsiteY80" fmla="*/ 76387 h 594937"/>
                <a:gd name="connsiteX81" fmla="*/ 127300 w 606086"/>
                <a:gd name="connsiteY81" fmla="*/ 30314 h 594937"/>
                <a:gd name="connsiteX82" fmla="*/ 478786 w 606086"/>
                <a:gd name="connsiteY82" fmla="*/ 0 h 594937"/>
                <a:gd name="connsiteX83" fmla="*/ 555279 w 606086"/>
                <a:gd name="connsiteY83" fmla="*/ 76387 h 594937"/>
                <a:gd name="connsiteX84" fmla="*/ 478786 w 606086"/>
                <a:gd name="connsiteY84" fmla="*/ 152774 h 594937"/>
                <a:gd name="connsiteX85" fmla="*/ 402293 w 606086"/>
                <a:gd name="connsiteY85" fmla="*/ 76387 h 594937"/>
                <a:gd name="connsiteX86" fmla="*/ 478786 w 606086"/>
                <a:gd name="connsiteY86" fmla="*/ 0 h 594937"/>
                <a:gd name="connsiteX87" fmla="*/ 303043 w 606086"/>
                <a:gd name="connsiteY87" fmla="*/ 0 h 594937"/>
                <a:gd name="connsiteX88" fmla="*/ 379571 w 606086"/>
                <a:gd name="connsiteY88" fmla="*/ 76387 h 594937"/>
                <a:gd name="connsiteX89" fmla="*/ 303043 w 606086"/>
                <a:gd name="connsiteY89" fmla="*/ 152774 h 594937"/>
                <a:gd name="connsiteX90" fmla="*/ 226515 w 606086"/>
                <a:gd name="connsiteY90" fmla="*/ 76387 h 594937"/>
                <a:gd name="connsiteX91" fmla="*/ 303043 w 606086"/>
                <a:gd name="connsiteY91" fmla="*/ 0 h 594937"/>
                <a:gd name="connsiteX92" fmla="*/ 127300 w 606086"/>
                <a:gd name="connsiteY92" fmla="*/ 0 h 594937"/>
                <a:gd name="connsiteX93" fmla="*/ 203793 w 606086"/>
                <a:gd name="connsiteY93" fmla="*/ 76387 h 594937"/>
                <a:gd name="connsiteX94" fmla="*/ 127300 w 606086"/>
                <a:gd name="connsiteY94" fmla="*/ 152774 h 594937"/>
                <a:gd name="connsiteX95" fmla="*/ 50807 w 606086"/>
                <a:gd name="connsiteY95" fmla="*/ 76387 h 594937"/>
                <a:gd name="connsiteX96" fmla="*/ 127300 w 606086"/>
                <a:gd name="connsiteY96" fmla="*/ 0 h 594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606086" h="594937">
                  <a:moveTo>
                    <a:pt x="244277" y="198378"/>
                  </a:moveTo>
                  <a:cubicBezTo>
                    <a:pt x="219113" y="198378"/>
                    <a:pt x="198685" y="218772"/>
                    <a:pt x="198685" y="243894"/>
                  </a:cubicBezTo>
                  <a:lnTo>
                    <a:pt x="198685" y="340675"/>
                  </a:lnTo>
                  <a:cubicBezTo>
                    <a:pt x="198685" y="359586"/>
                    <a:pt x="210663" y="376735"/>
                    <a:pt x="228863" y="383317"/>
                  </a:cubicBezTo>
                  <a:cubicBezTo>
                    <a:pt x="234806" y="385542"/>
                    <a:pt x="238798" y="391197"/>
                    <a:pt x="238798" y="397501"/>
                  </a:cubicBezTo>
                  <a:lnTo>
                    <a:pt x="238798" y="534235"/>
                  </a:lnTo>
                  <a:cubicBezTo>
                    <a:pt x="238798" y="550829"/>
                    <a:pt x="252262" y="564271"/>
                    <a:pt x="268884" y="564271"/>
                  </a:cubicBezTo>
                  <a:lnTo>
                    <a:pt x="337690" y="564271"/>
                  </a:lnTo>
                  <a:cubicBezTo>
                    <a:pt x="354311" y="564271"/>
                    <a:pt x="367775" y="550829"/>
                    <a:pt x="367775" y="534235"/>
                  </a:cubicBezTo>
                  <a:lnTo>
                    <a:pt x="367775" y="397501"/>
                  </a:lnTo>
                  <a:cubicBezTo>
                    <a:pt x="367775" y="391197"/>
                    <a:pt x="371768" y="385542"/>
                    <a:pt x="377710" y="383317"/>
                  </a:cubicBezTo>
                  <a:cubicBezTo>
                    <a:pt x="395539" y="376735"/>
                    <a:pt x="407517" y="359586"/>
                    <a:pt x="407517" y="340675"/>
                  </a:cubicBezTo>
                  <a:lnTo>
                    <a:pt x="407517" y="243894"/>
                  </a:lnTo>
                  <a:cubicBezTo>
                    <a:pt x="407517" y="218772"/>
                    <a:pt x="387089" y="198378"/>
                    <a:pt x="362018" y="198378"/>
                  </a:cubicBezTo>
                  <a:close/>
                  <a:moveTo>
                    <a:pt x="465039" y="168299"/>
                  </a:moveTo>
                  <a:lnTo>
                    <a:pt x="530224" y="168299"/>
                  </a:lnTo>
                  <a:cubicBezTo>
                    <a:pt x="572008" y="168299"/>
                    <a:pt x="606086" y="202130"/>
                    <a:pt x="606086" y="243932"/>
                  </a:cubicBezTo>
                  <a:lnTo>
                    <a:pt x="606086" y="340697"/>
                  </a:lnTo>
                  <a:cubicBezTo>
                    <a:pt x="606086" y="368595"/>
                    <a:pt x="590486" y="394177"/>
                    <a:pt x="566251" y="407339"/>
                  </a:cubicBezTo>
                  <a:lnTo>
                    <a:pt x="566251" y="534598"/>
                  </a:lnTo>
                  <a:cubicBezTo>
                    <a:pt x="566251" y="567872"/>
                    <a:pt x="539138" y="594937"/>
                    <a:pt x="505803" y="594937"/>
                  </a:cubicBezTo>
                  <a:lnTo>
                    <a:pt x="436997" y="594937"/>
                  </a:lnTo>
                  <a:cubicBezTo>
                    <a:pt x="428547" y="594937"/>
                    <a:pt x="421769" y="588078"/>
                    <a:pt x="421769" y="579736"/>
                  </a:cubicBezTo>
                  <a:cubicBezTo>
                    <a:pt x="421769" y="571302"/>
                    <a:pt x="428547" y="564536"/>
                    <a:pt x="436997" y="564536"/>
                  </a:cubicBezTo>
                  <a:lnTo>
                    <a:pt x="505803" y="564536"/>
                  </a:lnTo>
                  <a:cubicBezTo>
                    <a:pt x="522424" y="564536"/>
                    <a:pt x="535888" y="551003"/>
                    <a:pt x="535888" y="534505"/>
                  </a:cubicBezTo>
                  <a:lnTo>
                    <a:pt x="535888" y="397792"/>
                  </a:lnTo>
                  <a:cubicBezTo>
                    <a:pt x="535888" y="391489"/>
                    <a:pt x="539880" y="385835"/>
                    <a:pt x="545823" y="383611"/>
                  </a:cubicBezTo>
                  <a:cubicBezTo>
                    <a:pt x="563744" y="377030"/>
                    <a:pt x="575722" y="359883"/>
                    <a:pt x="575722" y="340975"/>
                  </a:cubicBezTo>
                  <a:lnTo>
                    <a:pt x="575722" y="244210"/>
                  </a:lnTo>
                  <a:cubicBezTo>
                    <a:pt x="575722" y="219091"/>
                    <a:pt x="555294" y="198700"/>
                    <a:pt x="530224" y="198700"/>
                  </a:cubicBezTo>
                  <a:lnTo>
                    <a:pt x="465039" y="198700"/>
                  </a:lnTo>
                  <a:cubicBezTo>
                    <a:pt x="456682" y="198700"/>
                    <a:pt x="449811" y="191934"/>
                    <a:pt x="449811" y="183500"/>
                  </a:cubicBezTo>
                  <a:cubicBezTo>
                    <a:pt x="449811" y="175065"/>
                    <a:pt x="456682" y="168299"/>
                    <a:pt x="465039" y="168299"/>
                  </a:cubicBezTo>
                  <a:close/>
                  <a:moveTo>
                    <a:pt x="244091" y="168157"/>
                  </a:moveTo>
                  <a:lnTo>
                    <a:pt x="361832" y="168157"/>
                  </a:lnTo>
                  <a:cubicBezTo>
                    <a:pt x="403710" y="168157"/>
                    <a:pt x="437788" y="202086"/>
                    <a:pt x="437788" y="243894"/>
                  </a:cubicBezTo>
                  <a:lnTo>
                    <a:pt x="437788" y="340675"/>
                  </a:lnTo>
                  <a:cubicBezTo>
                    <a:pt x="437788" y="368578"/>
                    <a:pt x="422188" y="394163"/>
                    <a:pt x="397860" y="407327"/>
                  </a:cubicBezTo>
                  <a:lnTo>
                    <a:pt x="397860" y="534235"/>
                  </a:lnTo>
                  <a:cubicBezTo>
                    <a:pt x="397860" y="567515"/>
                    <a:pt x="370746" y="594584"/>
                    <a:pt x="337504" y="594584"/>
                  </a:cubicBezTo>
                  <a:lnTo>
                    <a:pt x="268605" y="594584"/>
                  </a:lnTo>
                  <a:cubicBezTo>
                    <a:pt x="235363" y="594584"/>
                    <a:pt x="208249" y="567515"/>
                    <a:pt x="208063" y="534235"/>
                  </a:cubicBezTo>
                  <a:lnTo>
                    <a:pt x="208063" y="407327"/>
                  </a:lnTo>
                  <a:cubicBezTo>
                    <a:pt x="183828" y="394163"/>
                    <a:pt x="168228" y="368578"/>
                    <a:pt x="168228" y="340675"/>
                  </a:cubicBezTo>
                  <a:lnTo>
                    <a:pt x="168228" y="243894"/>
                  </a:lnTo>
                  <a:cubicBezTo>
                    <a:pt x="168228" y="202086"/>
                    <a:pt x="202306" y="168157"/>
                    <a:pt x="244091" y="168157"/>
                  </a:cubicBezTo>
                  <a:close/>
                  <a:moveTo>
                    <a:pt x="75862" y="168016"/>
                  </a:moveTo>
                  <a:lnTo>
                    <a:pt x="140861" y="168016"/>
                  </a:lnTo>
                  <a:cubicBezTo>
                    <a:pt x="149311" y="168016"/>
                    <a:pt x="156089" y="174875"/>
                    <a:pt x="156089" y="183217"/>
                  </a:cubicBezTo>
                  <a:cubicBezTo>
                    <a:pt x="156089" y="191652"/>
                    <a:pt x="149311" y="198419"/>
                    <a:pt x="140861" y="198419"/>
                  </a:cubicBezTo>
                  <a:lnTo>
                    <a:pt x="76048" y="198419"/>
                  </a:lnTo>
                  <a:cubicBezTo>
                    <a:pt x="50884" y="198419"/>
                    <a:pt x="30456" y="218811"/>
                    <a:pt x="30456" y="243931"/>
                  </a:cubicBezTo>
                  <a:lnTo>
                    <a:pt x="30456" y="340701"/>
                  </a:lnTo>
                  <a:cubicBezTo>
                    <a:pt x="30456" y="359703"/>
                    <a:pt x="42435" y="376758"/>
                    <a:pt x="60263" y="383339"/>
                  </a:cubicBezTo>
                  <a:cubicBezTo>
                    <a:pt x="66206" y="385564"/>
                    <a:pt x="70198" y="391218"/>
                    <a:pt x="70198" y="397521"/>
                  </a:cubicBezTo>
                  <a:lnTo>
                    <a:pt x="70198" y="534149"/>
                  </a:lnTo>
                  <a:cubicBezTo>
                    <a:pt x="70198" y="550648"/>
                    <a:pt x="83662" y="564181"/>
                    <a:pt x="100283" y="564181"/>
                  </a:cubicBezTo>
                  <a:lnTo>
                    <a:pt x="169089" y="564181"/>
                  </a:lnTo>
                  <a:cubicBezTo>
                    <a:pt x="177539" y="564181"/>
                    <a:pt x="184317" y="570948"/>
                    <a:pt x="184317" y="579383"/>
                  </a:cubicBezTo>
                  <a:cubicBezTo>
                    <a:pt x="184317" y="587725"/>
                    <a:pt x="177539" y="594584"/>
                    <a:pt x="169089" y="594584"/>
                  </a:cubicBezTo>
                  <a:lnTo>
                    <a:pt x="100283" y="594584"/>
                  </a:lnTo>
                  <a:cubicBezTo>
                    <a:pt x="66948" y="594584"/>
                    <a:pt x="39835" y="567518"/>
                    <a:pt x="39835" y="534149"/>
                  </a:cubicBezTo>
                  <a:lnTo>
                    <a:pt x="39835" y="407161"/>
                  </a:lnTo>
                  <a:cubicBezTo>
                    <a:pt x="15600" y="394091"/>
                    <a:pt x="0" y="368509"/>
                    <a:pt x="0" y="340608"/>
                  </a:cubicBezTo>
                  <a:lnTo>
                    <a:pt x="0" y="243838"/>
                  </a:lnTo>
                  <a:cubicBezTo>
                    <a:pt x="0" y="202034"/>
                    <a:pt x="34078" y="168016"/>
                    <a:pt x="75862" y="168016"/>
                  </a:cubicBezTo>
                  <a:close/>
                  <a:moveTo>
                    <a:pt x="478786" y="30314"/>
                  </a:moveTo>
                  <a:cubicBezTo>
                    <a:pt x="453350" y="30314"/>
                    <a:pt x="432649" y="50986"/>
                    <a:pt x="432649" y="76387"/>
                  </a:cubicBezTo>
                  <a:cubicBezTo>
                    <a:pt x="432649" y="101880"/>
                    <a:pt x="453350" y="122553"/>
                    <a:pt x="478786" y="122553"/>
                  </a:cubicBezTo>
                  <a:cubicBezTo>
                    <a:pt x="504315" y="122553"/>
                    <a:pt x="525016" y="101880"/>
                    <a:pt x="525016" y="76387"/>
                  </a:cubicBezTo>
                  <a:cubicBezTo>
                    <a:pt x="525016" y="50986"/>
                    <a:pt x="504315" y="30314"/>
                    <a:pt x="478786" y="30314"/>
                  </a:cubicBezTo>
                  <a:close/>
                  <a:moveTo>
                    <a:pt x="303043" y="30314"/>
                  </a:moveTo>
                  <a:cubicBezTo>
                    <a:pt x="277503" y="30314"/>
                    <a:pt x="256885" y="51079"/>
                    <a:pt x="256885" y="76387"/>
                  </a:cubicBezTo>
                  <a:cubicBezTo>
                    <a:pt x="256885" y="101880"/>
                    <a:pt x="277503" y="122553"/>
                    <a:pt x="303043" y="122553"/>
                  </a:cubicBezTo>
                  <a:cubicBezTo>
                    <a:pt x="328583" y="122553"/>
                    <a:pt x="349201" y="101880"/>
                    <a:pt x="349201" y="76387"/>
                  </a:cubicBezTo>
                  <a:cubicBezTo>
                    <a:pt x="349201" y="50986"/>
                    <a:pt x="328583" y="30314"/>
                    <a:pt x="303043" y="30314"/>
                  </a:cubicBezTo>
                  <a:close/>
                  <a:moveTo>
                    <a:pt x="127300" y="30314"/>
                  </a:moveTo>
                  <a:cubicBezTo>
                    <a:pt x="101771" y="30314"/>
                    <a:pt x="81070" y="51079"/>
                    <a:pt x="81070" y="76387"/>
                  </a:cubicBezTo>
                  <a:cubicBezTo>
                    <a:pt x="81070" y="101880"/>
                    <a:pt x="101771" y="122553"/>
                    <a:pt x="127300" y="122553"/>
                  </a:cubicBezTo>
                  <a:cubicBezTo>
                    <a:pt x="152736" y="122553"/>
                    <a:pt x="173437" y="101880"/>
                    <a:pt x="173437" y="76387"/>
                  </a:cubicBezTo>
                  <a:cubicBezTo>
                    <a:pt x="173437" y="50986"/>
                    <a:pt x="152736" y="30314"/>
                    <a:pt x="127300" y="30314"/>
                  </a:cubicBezTo>
                  <a:close/>
                  <a:moveTo>
                    <a:pt x="478786" y="0"/>
                  </a:moveTo>
                  <a:cubicBezTo>
                    <a:pt x="521024" y="0"/>
                    <a:pt x="555279" y="34300"/>
                    <a:pt x="555279" y="76387"/>
                  </a:cubicBezTo>
                  <a:cubicBezTo>
                    <a:pt x="555279" y="118567"/>
                    <a:pt x="521024" y="152774"/>
                    <a:pt x="478786" y="152774"/>
                  </a:cubicBezTo>
                  <a:cubicBezTo>
                    <a:pt x="436641" y="152774"/>
                    <a:pt x="402293" y="118567"/>
                    <a:pt x="402293" y="76387"/>
                  </a:cubicBezTo>
                  <a:cubicBezTo>
                    <a:pt x="402293" y="34300"/>
                    <a:pt x="436641" y="0"/>
                    <a:pt x="478786" y="0"/>
                  </a:cubicBezTo>
                  <a:close/>
                  <a:moveTo>
                    <a:pt x="303043" y="0"/>
                  </a:moveTo>
                  <a:cubicBezTo>
                    <a:pt x="345301" y="0"/>
                    <a:pt x="379571" y="34300"/>
                    <a:pt x="379571" y="76387"/>
                  </a:cubicBezTo>
                  <a:cubicBezTo>
                    <a:pt x="379571" y="118567"/>
                    <a:pt x="345301" y="152774"/>
                    <a:pt x="303043" y="152774"/>
                  </a:cubicBezTo>
                  <a:cubicBezTo>
                    <a:pt x="260785" y="152774"/>
                    <a:pt x="226515" y="118567"/>
                    <a:pt x="226515" y="76387"/>
                  </a:cubicBezTo>
                  <a:cubicBezTo>
                    <a:pt x="226515" y="34300"/>
                    <a:pt x="260785" y="0"/>
                    <a:pt x="303043" y="0"/>
                  </a:cubicBezTo>
                  <a:close/>
                  <a:moveTo>
                    <a:pt x="127300" y="0"/>
                  </a:moveTo>
                  <a:cubicBezTo>
                    <a:pt x="169445" y="0"/>
                    <a:pt x="203793" y="34300"/>
                    <a:pt x="203793" y="76387"/>
                  </a:cubicBezTo>
                  <a:cubicBezTo>
                    <a:pt x="203793" y="118567"/>
                    <a:pt x="169353" y="152774"/>
                    <a:pt x="127300" y="152774"/>
                  </a:cubicBezTo>
                  <a:cubicBezTo>
                    <a:pt x="85062" y="152774"/>
                    <a:pt x="50807" y="118567"/>
                    <a:pt x="50807" y="76387"/>
                  </a:cubicBezTo>
                  <a:cubicBezTo>
                    <a:pt x="50807" y="34300"/>
                    <a:pt x="85062" y="0"/>
                    <a:pt x="127300" y="0"/>
                  </a:cubicBezTo>
                  <a:close/>
                </a:path>
              </a:pathLst>
            </a:custGeom>
            <a:solidFill>
              <a:sysClr val="window" lastClr="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srgbClr val="AFA397">
                    <a:lumMod val="85000"/>
                    <a:lumOff val="15000"/>
                  </a:srgbClr>
                </a:solidFill>
                <a:effectLst/>
                <a:uLnTx/>
                <a:uFillTx/>
                <a:cs typeface="+mn-ea"/>
                <a:sym typeface="+mn-lt"/>
              </a:endParaRPr>
            </a:p>
          </p:txBody>
        </p:sp>
      </p:grpSp>
      <p:pic>
        <p:nvPicPr>
          <p:cNvPr id="2" name="图片 1"/>
          <p:cNvPicPr>
            <a:picLocks noChangeAspect="1"/>
          </p:cNvPicPr>
          <p:nvPr/>
        </p:nvPicPr>
        <p:blipFill>
          <a:blip r:embed="rId20">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44640" y="63083"/>
            <a:ext cx="4840377" cy="885151"/>
          </a:xfrm>
          <a:prstGeom prst="rect">
            <a:avLst/>
          </a:prstGeom>
        </p:spPr>
      </p:pic>
      <p:sp>
        <p:nvSpPr>
          <p:cNvPr id="3" name="矩形 2"/>
          <p:cNvSpPr/>
          <p:nvPr/>
        </p:nvSpPr>
        <p:spPr>
          <a:xfrm>
            <a:off x="1010013" y="600748"/>
            <a:ext cx="2249334" cy="400110"/>
          </a:xfrm>
          <a:prstGeom prst="rect">
            <a:avLst/>
          </a:prstGeom>
        </p:spPr>
        <p:txBody>
          <a:bodyPr wrap="none">
            <a:spAutoFit/>
          </a:bodyPr>
          <a:lstStyle/>
          <a:p>
            <a:r>
              <a:rPr lang="zh-CN" altLang="en-US" sz="2000" spc="300" dirty="0">
                <a:solidFill>
                  <a:schemeClr val="tx2"/>
                </a:solidFill>
                <a:cs typeface="+mn-ea"/>
                <a:sym typeface="+mn-lt"/>
              </a:rPr>
              <a:t>在此添加小标题</a:t>
            </a:r>
            <a:endParaRPr lang="zh-CN" altLang="en-US" sz="2000" spc="300" dirty="0">
              <a:solidFill>
                <a:schemeClr val="tx2"/>
              </a:solidFill>
              <a:cs typeface="+mn-ea"/>
              <a:sym typeface="+mn-lt"/>
            </a:endParaRPr>
          </a:p>
        </p:txBody>
      </p:sp>
      <p:grpSp>
        <p:nvGrpSpPr>
          <p:cNvPr id="21" name="组合 20"/>
          <p:cNvGrpSpPr/>
          <p:nvPr/>
        </p:nvGrpSpPr>
        <p:grpSpPr>
          <a:xfrm rot="10800000">
            <a:off x="0" y="304408"/>
            <a:ext cx="1010103" cy="857396"/>
            <a:chOff x="-39567" y="0"/>
            <a:chExt cx="1677745" cy="1424104"/>
          </a:xfrm>
        </p:grpSpPr>
        <p:sp>
          <p:nvSpPr>
            <p:cNvPr id="22" name="iṡḻiďè"/>
            <p:cNvSpPr/>
            <p:nvPr/>
          </p:nvSpPr>
          <p:spPr bwMode="auto">
            <a:xfrm rot="16200000">
              <a:off x="435146" y="139193"/>
              <a:ext cx="1289315" cy="111674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6C92C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sp>
          <p:nvSpPr>
            <p:cNvPr id="23" name="iṡḻiďè"/>
            <p:cNvSpPr/>
            <p:nvPr/>
          </p:nvSpPr>
          <p:spPr bwMode="auto">
            <a:xfrm rot="16200000">
              <a:off x="-134871" y="95304"/>
              <a:ext cx="1424104" cy="1233496"/>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up)">
                                      <p:cBhvr>
                                        <p:cTn id="13" dur="500"/>
                                        <p:tgtEl>
                                          <p:spTgt spid="17"/>
                                        </p:tgtEl>
                                      </p:cBhvr>
                                    </p:animEffect>
                                  </p:childTnLst>
                                </p:cTn>
                              </p:par>
                            </p:childTnLst>
                          </p:cTn>
                        </p:par>
                        <p:par>
                          <p:cTn id="14" fill="hold">
                            <p:stCondLst>
                              <p:cond delay="1000"/>
                            </p:stCondLst>
                            <p:childTnLst>
                              <p:par>
                                <p:cTn id="15" presetID="14" presetClass="entr" presetSubtype="10" fill="hold" nodeType="after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randombar(horizontal)">
                                      <p:cBhvr>
                                        <p:cTn id="17" dur="500"/>
                                        <p:tgtEl>
                                          <p:spTgt spid="40"/>
                                        </p:tgtEl>
                                      </p:cBhvr>
                                    </p:animEffect>
                                  </p:childTnLst>
                                </p:cTn>
                              </p:par>
                            </p:childTnLst>
                          </p:cTn>
                        </p:par>
                        <p:par>
                          <p:cTn id="18" fill="hold">
                            <p:stCondLst>
                              <p:cond delay="1500"/>
                            </p:stCondLst>
                            <p:childTnLst>
                              <p:par>
                                <p:cTn id="19" presetID="12" presetClass="entr" presetSubtype="4"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p:tgtEl>
                                          <p:spTgt spid="19"/>
                                        </p:tgtEl>
                                        <p:attrNameLst>
                                          <p:attrName>ppt_y</p:attrName>
                                        </p:attrNameLst>
                                      </p:cBhvr>
                                      <p:tavLst>
                                        <p:tav tm="0">
                                          <p:val>
                                            <p:strVal val="#ppt_y+#ppt_h*1.125000"/>
                                          </p:val>
                                        </p:tav>
                                        <p:tav tm="100000">
                                          <p:val>
                                            <p:strVal val="#ppt_y"/>
                                          </p:val>
                                        </p:tav>
                                      </p:tavLst>
                                    </p:anim>
                                    <p:animEffect transition="in" filter="wipe(up)">
                                      <p:cBhvr>
                                        <p:cTn id="22" dur="500"/>
                                        <p:tgtEl>
                                          <p:spTgt spid="19"/>
                                        </p:tgtEl>
                                      </p:cBhvr>
                                    </p:animEffect>
                                  </p:childTnLst>
                                </p:cTn>
                              </p:par>
                            </p:childTnLst>
                          </p:cTn>
                        </p:par>
                        <p:par>
                          <p:cTn id="23" fill="hold">
                            <p:stCondLst>
                              <p:cond delay="2000"/>
                            </p:stCondLst>
                            <p:childTnLst>
                              <p:par>
                                <p:cTn id="24" presetID="14" presetClass="entr" presetSubtype="10" fill="hold" nodeType="after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randombar(horizontal)">
                                      <p:cBhvr>
                                        <p:cTn id="26" dur="500"/>
                                        <p:tgtEl>
                                          <p:spTgt spid="43"/>
                                        </p:tgtEl>
                                      </p:cBhvr>
                                    </p:animEffect>
                                  </p:childTnLst>
                                </p:cTn>
                              </p:par>
                            </p:childTnLst>
                          </p:cTn>
                        </p:par>
                        <p:par>
                          <p:cTn id="27" fill="hold">
                            <p:stCondLst>
                              <p:cond delay="2500"/>
                            </p:stCondLst>
                            <p:childTnLst>
                              <p:par>
                                <p:cTn id="28" presetID="12" presetClass="entr" presetSubtype="4"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p:tgtEl>
                                          <p:spTgt spid="25"/>
                                        </p:tgtEl>
                                        <p:attrNameLst>
                                          <p:attrName>ppt_y</p:attrName>
                                        </p:attrNameLst>
                                      </p:cBhvr>
                                      <p:tavLst>
                                        <p:tav tm="0">
                                          <p:val>
                                            <p:strVal val="#ppt_y+#ppt_h*1.125000"/>
                                          </p:val>
                                        </p:tav>
                                        <p:tav tm="100000">
                                          <p:val>
                                            <p:strVal val="#ppt_y"/>
                                          </p:val>
                                        </p:tav>
                                      </p:tavLst>
                                    </p:anim>
                                    <p:animEffect transition="in" filter="wipe(up)">
                                      <p:cBhvr>
                                        <p:cTn id="31" dur="500"/>
                                        <p:tgtEl>
                                          <p:spTgt spid="25"/>
                                        </p:tgtEl>
                                      </p:cBhvr>
                                    </p:animEffect>
                                  </p:childTnLst>
                                </p:cTn>
                              </p:par>
                            </p:childTnLst>
                          </p:cTn>
                        </p:par>
                        <p:par>
                          <p:cTn id="32" fill="hold">
                            <p:stCondLst>
                              <p:cond delay="3000"/>
                            </p:stCondLst>
                            <p:childTnLst>
                              <p:par>
                                <p:cTn id="33" presetID="14" presetClass="entr" presetSubtype="10" fill="hold"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randombar(horizontal)">
                                      <p:cBhvr>
                                        <p:cTn id="35" dur="500"/>
                                        <p:tgtEl>
                                          <p:spTgt spid="46"/>
                                        </p:tgtEl>
                                      </p:cBhvr>
                                    </p:animEffect>
                                  </p:childTnLst>
                                </p:cTn>
                              </p:par>
                            </p:childTnLst>
                          </p:cTn>
                        </p:par>
                        <p:par>
                          <p:cTn id="36" fill="hold">
                            <p:stCondLst>
                              <p:cond delay="3500"/>
                            </p:stCondLst>
                            <p:childTnLst>
                              <p:par>
                                <p:cTn id="37" presetID="12" presetClass="entr" presetSubtype="4"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p:tgtEl>
                                          <p:spTgt spid="28"/>
                                        </p:tgtEl>
                                        <p:attrNameLst>
                                          <p:attrName>ppt_y</p:attrName>
                                        </p:attrNameLst>
                                      </p:cBhvr>
                                      <p:tavLst>
                                        <p:tav tm="0">
                                          <p:val>
                                            <p:strVal val="#ppt_y+#ppt_h*1.125000"/>
                                          </p:val>
                                        </p:tav>
                                        <p:tav tm="100000">
                                          <p:val>
                                            <p:strVal val="#ppt_y"/>
                                          </p:val>
                                        </p:tav>
                                      </p:tavLst>
                                    </p:anim>
                                    <p:animEffect transition="in" filter="wipe(up)">
                                      <p:cBhvr>
                                        <p:cTn id="4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íṩľïdè"/>
        <p:cNvGrpSpPr/>
        <p:nvPr/>
      </p:nvGrpSpPr>
      <p:grpSpPr>
        <a:xfrm>
          <a:off x="0" y="0"/>
          <a:ext cx="0" cy="0"/>
          <a:chOff x="0" y="0"/>
          <a:chExt cx="0" cy="0"/>
        </a:xfrm>
      </p:grpSpPr>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组合 9"/>
          <p:cNvGrpSpPr/>
          <p:nvPr/>
        </p:nvGrpSpPr>
        <p:grpSpPr>
          <a:xfrm rot="10800000">
            <a:off x="-885900" y="3867109"/>
            <a:ext cx="3185286" cy="3512032"/>
            <a:chOff x="9664473" y="816338"/>
            <a:chExt cx="3185286" cy="3512032"/>
          </a:xfrm>
        </p:grpSpPr>
        <p:sp>
          <p:nvSpPr>
            <p:cNvPr id="28" name="íṧḻiḋe"/>
            <p:cNvSpPr/>
            <p:nvPr/>
          </p:nvSpPr>
          <p:spPr>
            <a:xfrm>
              <a:off x="9664473" y="816338"/>
              <a:ext cx="2594163" cy="2540781"/>
            </a:xfrm>
            <a:custGeom>
              <a:avLst/>
              <a:gdLst>
                <a:gd name="connsiteX0" fmla="*/ 1096849 w 2594163"/>
                <a:gd name="connsiteY0" fmla="*/ 1533 h 2540781"/>
                <a:gd name="connsiteX1" fmla="*/ 1297103 w 2594163"/>
                <a:gd name="connsiteY1" fmla="*/ 112338 h 2540781"/>
                <a:gd name="connsiteX2" fmla="*/ 2482547 w 2594163"/>
                <a:gd name="connsiteY2" fmla="*/ 1602255 h 2540781"/>
                <a:gd name="connsiteX3" fmla="*/ 2594163 w 2594163"/>
                <a:gd name="connsiteY3" fmla="*/ 1742539 h 2540781"/>
                <a:gd name="connsiteX4" fmla="*/ 2594163 w 2594163"/>
                <a:gd name="connsiteY4" fmla="*/ 2125138 h 2540781"/>
                <a:gd name="connsiteX5" fmla="*/ 2556967 w 2594163"/>
                <a:gd name="connsiteY5" fmla="*/ 2164725 h 2540781"/>
                <a:gd name="connsiteX6" fmla="*/ 2411465 w 2594163"/>
                <a:gd name="connsiteY6" fmla="*/ 2228461 h 2540781"/>
                <a:gd name="connsiteX7" fmla="*/ 341159 w 2594163"/>
                <a:gd name="connsiteY7" fmla="*/ 2537387 h 2540781"/>
                <a:gd name="connsiteX8" fmla="*/ 20527 w 2594163"/>
                <a:gd name="connsiteY8" fmla="*/ 2136195 h 2540781"/>
                <a:gd name="connsiteX9" fmla="*/ 789206 w 2594163"/>
                <a:gd name="connsiteY9" fmla="*/ 188126 h 2540781"/>
                <a:gd name="connsiteX10" fmla="*/ 1096849 w 2594163"/>
                <a:gd name="connsiteY10" fmla="*/ 1533 h 25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4163" h="2540781">
                  <a:moveTo>
                    <a:pt x="1096849" y="1533"/>
                  </a:moveTo>
                  <a:cubicBezTo>
                    <a:pt x="1171584" y="9139"/>
                    <a:pt x="1244300" y="45184"/>
                    <a:pt x="1297103" y="112338"/>
                  </a:cubicBezTo>
                  <a:cubicBezTo>
                    <a:pt x="1297103" y="112338"/>
                    <a:pt x="1297103" y="112338"/>
                    <a:pt x="2482547" y="1602255"/>
                  </a:cubicBezTo>
                  <a:lnTo>
                    <a:pt x="2594163" y="1742539"/>
                  </a:lnTo>
                  <a:lnTo>
                    <a:pt x="2594163" y="2125138"/>
                  </a:lnTo>
                  <a:lnTo>
                    <a:pt x="2556967" y="2164725"/>
                  </a:lnTo>
                  <a:cubicBezTo>
                    <a:pt x="2517521" y="2197076"/>
                    <a:pt x="2468404" y="2219964"/>
                    <a:pt x="2411465" y="2228461"/>
                  </a:cubicBezTo>
                  <a:cubicBezTo>
                    <a:pt x="2411465" y="2228461"/>
                    <a:pt x="2411465" y="2228461"/>
                    <a:pt x="341159" y="2537387"/>
                  </a:cubicBezTo>
                  <a:cubicBezTo>
                    <a:pt x="115680" y="2571033"/>
                    <a:pt x="-61868" y="2348579"/>
                    <a:pt x="20527" y="2136195"/>
                  </a:cubicBezTo>
                  <a:cubicBezTo>
                    <a:pt x="20527" y="2136195"/>
                    <a:pt x="20527" y="2136195"/>
                    <a:pt x="789206" y="188126"/>
                  </a:cubicBezTo>
                  <a:cubicBezTo>
                    <a:pt x="842126" y="55174"/>
                    <a:pt x="972291" y="-11145"/>
                    <a:pt x="1096849" y="1533"/>
                  </a:cubicBezTo>
                  <a:close/>
                </a:path>
              </a:pathLst>
            </a:custGeom>
            <a:solidFill>
              <a:srgbClr val="6C92C0">
                <a:alpha val="66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9" name="íş1íḍè"/>
            <p:cNvSpPr/>
            <p:nvPr/>
          </p:nvSpPr>
          <p:spPr>
            <a:xfrm>
              <a:off x="10394558" y="1098972"/>
              <a:ext cx="2455201" cy="3229398"/>
            </a:xfrm>
            <a:custGeom>
              <a:avLst/>
              <a:gdLst>
                <a:gd name="connsiteX0" fmla="*/ 2455201 w 2455201"/>
                <a:gd name="connsiteY0" fmla="*/ 0 h 3229398"/>
                <a:gd name="connsiteX1" fmla="*/ 2455201 w 2455201"/>
                <a:gd name="connsiteY1" fmla="*/ 3229398 h 3229398"/>
                <a:gd name="connsiteX2" fmla="*/ 1689979 w 2455201"/>
                <a:gd name="connsiteY2" fmla="*/ 3229398 h 3229398"/>
                <a:gd name="connsiteX3" fmla="*/ 1422643 w 2455201"/>
                <a:gd name="connsiteY3" fmla="*/ 3097535 h 3229398"/>
                <a:gd name="connsiteX4" fmla="*/ 364836 w 2455201"/>
                <a:gd name="connsiteY4" fmla="*/ 2575771 h 3229398"/>
                <a:gd name="connsiteX5" fmla="*/ 288058 w 2455201"/>
                <a:gd name="connsiteY5" fmla="*/ 1446658 h 3229398"/>
                <a:gd name="connsiteX6" fmla="*/ 2346818 w 2455201"/>
                <a:gd name="connsiteY6" fmla="*/ 72350 h 322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5201" h="3229398">
                  <a:moveTo>
                    <a:pt x="2455201" y="0"/>
                  </a:moveTo>
                  <a:lnTo>
                    <a:pt x="2455201" y="3229398"/>
                  </a:lnTo>
                  <a:lnTo>
                    <a:pt x="1689979" y="3229398"/>
                  </a:lnTo>
                  <a:lnTo>
                    <a:pt x="1422643" y="3097535"/>
                  </a:lnTo>
                  <a:cubicBezTo>
                    <a:pt x="1104127" y="2940426"/>
                    <a:pt x="752661" y="2767066"/>
                    <a:pt x="364836" y="2575771"/>
                  </a:cubicBezTo>
                  <a:cubicBezTo>
                    <a:pt x="-85706" y="2353540"/>
                    <a:pt x="-127848" y="1727765"/>
                    <a:pt x="288058" y="1446658"/>
                  </a:cubicBezTo>
                  <a:cubicBezTo>
                    <a:pt x="288058" y="1446658"/>
                    <a:pt x="288058" y="1446658"/>
                    <a:pt x="2346818" y="72350"/>
                  </a:cubicBezTo>
                  <a:close/>
                </a:path>
              </a:pathLst>
            </a:custGeom>
            <a:solidFill>
              <a:srgbClr val="48A2A0">
                <a:alpha val="4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grpSp>
      <p:grpSp>
        <p:nvGrpSpPr>
          <p:cNvPr id="11" name="组合 10"/>
          <p:cNvGrpSpPr/>
          <p:nvPr/>
        </p:nvGrpSpPr>
        <p:grpSpPr>
          <a:xfrm rot="10800000">
            <a:off x="9086997" y="-1443802"/>
            <a:ext cx="3204450" cy="4893654"/>
            <a:chOff x="-15240" y="3375944"/>
            <a:chExt cx="3204450" cy="4893654"/>
          </a:xfrm>
        </p:grpSpPr>
        <p:sp>
          <p:nvSpPr>
            <p:cNvPr id="26" name="íSliḑè"/>
            <p:cNvSpPr/>
            <p:nvPr/>
          </p:nvSpPr>
          <p:spPr>
            <a:xfrm>
              <a:off x="-15240" y="3375944"/>
              <a:ext cx="3204450" cy="3482057"/>
            </a:xfrm>
            <a:custGeom>
              <a:avLst/>
              <a:gdLst>
                <a:gd name="connsiteX0" fmla="*/ 0 w 3204450"/>
                <a:gd name="connsiteY0" fmla="*/ 0 h 3482057"/>
                <a:gd name="connsiteX1" fmla="*/ 45983 w 3204450"/>
                <a:gd name="connsiteY1" fmla="*/ 11609 h 3482057"/>
                <a:gd name="connsiteX2" fmla="*/ 334914 w 3204450"/>
                <a:gd name="connsiteY2" fmla="*/ 204539 h 3482057"/>
                <a:gd name="connsiteX3" fmla="*/ 3098684 w 3204450"/>
                <a:gd name="connsiteY3" fmla="*/ 3361253 h 3482057"/>
                <a:gd name="connsiteX4" fmla="*/ 3204450 w 3204450"/>
                <a:gd name="connsiteY4" fmla="*/ 3482057 h 3482057"/>
                <a:gd name="connsiteX5" fmla="*/ 0 w 3204450"/>
                <a:gd name="connsiteY5" fmla="*/ 3482057 h 348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4450" h="3482057">
                  <a:moveTo>
                    <a:pt x="0" y="0"/>
                  </a:moveTo>
                  <a:lnTo>
                    <a:pt x="45983" y="11609"/>
                  </a:lnTo>
                  <a:cubicBezTo>
                    <a:pt x="152616" y="46096"/>
                    <a:pt x="252790" y="109642"/>
                    <a:pt x="334914" y="204539"/>
                  </a:cubicBezTo>
                  <a:cubicBezTo>
                    <a:pt x="334914" y="204539"/>
                    <a:pt x="334914" y="204539"/>
                    <a:pt x="3098684" y="3361253"/>
                  </a:cubicBezTo>
                  <a:lnTo>
                    <a:pt x="3204450" y="3482057"/>
                  </a:lnTo>
                  <a:lnTo>
                    <a:pt x="0" y="3482057"/>
                  </a:lnTo>
                  <a:close/>
                </a:path>
              </a:pathLst>
            </a:custGeom>
            <a:solidFill>
              <a:srgbClr val="6C92C0">
                <a:alpha val="5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27" name="íš1ïḋe"/>
            <p:cNvSpPr/>
            <p:nvPr/>
          </p:nvSpPr>
          <p:spPr>
            <a:xfrm>
              <a:off x="1" y="3977746"/>
              <a:ext cx="1366989" cy="4291852"/>
            </a:xfrm>
            <a:custGeom>
              <a:avLst/>
              <a:gdLst>
                <a:gd name="connsiteX0" fmla="*/ 899007 w 1366989"/>
                <a:gd name="connsiteY0" fmla="*/ 633 h 4291852"/>
                <a:gd name="connsiteX1" fmla="*/ 1343821 w 1366989"/>
                <a:gd name="connsiteY1" fmla="*/ 639191 h 4291852"/>
                <a:gd name="connsiteX2" fmla="*/ 316803 w 1366989"/>
                <a:gd name="connsiteY2" fmla="*/ 3970163 h 4291852"/>
                <a:gd name="connsiteX3" fmla="*/ 14549 w 1366989"/>
                <a:gd name="connsiteY3" fmla="*/ 4287566 h 4291852"/>
                <a:gd name="connsiteX4" fmla="*/ 0 w 1366989"/>
                <a:gd name="connsiteY4" fmla="*/ 4291852 h 4291852"/>
                <a:gd name="connsiteX5" fmla="*/ 0 w 1366989"/>
                <a:gd name="connsiteY5" fmla="*/ 186094 h 4291852"/>
                <a:gd name="connsiteX6" fmla="*/ 164343 w 1366989"/>
                <a:gd name="connsiteY6" fmla="*/ 148686 h 4291852"/>
                <a:gd name="connsiteX7" fmla="*/ 762612 w 1366989"/>
                <a:gd name="connsiteY7" fmla="*/ 12505 h 4291852"/>
                <a:gd name="connsiteX8" fmla="*/ 899007 w 1366989"/>
                <a:gd name="connsiteY8" fmla="*/ 633 h 429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989" h="4291852">
                  <a:moveTo>
                    <a:pt x="899007" y="633"/>
                  </a:moveTo>
                  <a:cubicBezTo>
                    <a:pt x="1208404" y="16359"/>
                    <a:pt x="1443395" y="322717"/>
                    <a:pt x="1343821" y="639191"/>
                  </a:cubicBezTo>
                  <a:cubicBezTo>
                    <a:pt x="1343821" y="639191"/>
                    <a:pt x="1343821" y="639191"/>
                    <a:pt x="316803" y="3970163"/>
                  </a:cubicBezTo>
                  <a:cubicBezTo>
                    <a:pt x="267015" y="4128400"/>
                    <a:pt x="151065" y="4237937"/>
                    <a:pt x="14549" y="4287566"/>
                  </a:cubicBezTo>
                  <a:lnTo>
                    <a:pt x="0" y="4291852"/>
                  </a:lnTo>
                  <a:lnTo>
                    <a:pt x="0" y="186094"/>
                  </a:lnTo>
                  <a:lnTo>
                    <a:pt x="164343" y="148686"/>
                  </a:lnTo>
                  <a:cubicBezTo>
                    <a:pt x="351042" y="106189"/>
                    <a:pt x="550189" y="60858"/>
                    <a:pt x="762612" y="12505"/>
                  </a:cubicBezTo>
                  <a:cubicBezTo>
                    <a:pt x="809090" y="2071"/>
                    <a:pt x="854808" y="-1613"/>
                    <a:pt x="899007" y="633"/>
                  </a:cubicBezTo>
                  <a:close/>
                </a:path>
              </a:pathLst>
            </a:custGeom>
            <a:solidFill>
              <a:srgbClr val="6C92C0">
                <a:alpha val="78000"/>
              </a:srgbClr>
            </a:solidFill>
            <a:ln>
              <a:noFill/>
            </a:ln>
            <a:effectLst/>
          </p:spPr>
          <p:txBody>
            <a:bodyPr vert="horz" wrap="square" lIns="91440" tIns="45720" rIns="91440" bIns="45720" numCol="1" anchor="t" anchorCtr="0" compatLnSpc="1">
              <a:noAutofit/>
            </a:bodyPr>
            <a:lstStyle/>
            <a:p>
              <a:pPr lvl="0"/>
              <a:endParaRPr lang="zh-CN" altLang="en-US">
                <a:solidFill>
                  <a:schemeClr val="tx1"/>
                </a:solidFill>
                <a:cs typeface="+mn-ea"/>
                <a:sym typeface="+mn-lt"/>
              </a:endParaRPr>
            </a:p>
          </p:txBody>
        </p:sp>
        <p:sp>
          <p:nvSpPr>
            <p:cNvPr id="30" name="iṡḻiďè"/>
            <p:cNvSpPr/>
            <p:nvPr/>
          </p:nvSpPr>
          <p:spPr bwMode="auto">
            <a:xfrm rot="17341789">
              <a:off x="632431" y="4600824"/>
              <a:ext cx="1191816" cy="1032298"/>
            </a:xfrm>
            <a:custGeom>
              <a:avLst/>
              <a:gdLst>
                <a:gd name="T0" fmla="*/ 504 w 1231"/>
                <a:gd name="T1" fmla="*/ 86 h 1067"/>
                <a:gd name="T2" fmla="*/ 49 w 1231"/>
                <a:gd name="T3" fmla="*/ 874 h 1067"/>
                <a:gd name="T4" fmla="*/ 161 w 1231"/>
                <a:gd name="T5" fmla="*/ 1067 h 1067"/>
                <a:gd name="T6" fmla="*/ 1070 w 1231"/>
                <a:gd name="T7" fmla="*/ 1067 h 1067"/>
                <a:gd name="T8" fmla="*/ 1182 w 1231"/>
                <a:gd name="T9" fmla="*/ 874 h 1067"/>
                <a:gd name="T10" fmla="*/ 727 w 1231"/>
                <a:gd name="T11" fmla="*/ 86 h 1067"/>
                <a:gd name="T12" fmla="*/ 504 w 1231"/>
                <a:gd name="T13" fmla="*/ 86 h 1067"/>
              </a:gdLst>
              <a:ahLst/>
              <a:cxnLst>
                <a:cxn ang="0">
                  <a:pos x="T0" y="T1"/>
                </a:cxn>
                <a:cxn ang="0">
                  <a:pos x="T2" y="T3"/>
                </a:cxn>
                <a:cxn ang="0">
                  <a:pos x="T4" y="T5"/>
                </a:cxn>
                <a:cxn ang="0">
                  <a:pos x="T6" y="T7"/>
                </a:cxn>
                <a:cxn ang="0">
                  <a:pos x="T8" y="T9"/>
                </a:cxn>
                <a:cxn ang="0">
                  <a:pos x="T10" y="T11"/>
                </a:cxn>
                <a:cxn ang="0">
                  <a:pos x="T12" y="T13"/>
                </a:cxn>
              </a:cxnLst>
              <a:rect l="0" t="0" r="r" b="b"/>
              <a:pathLst>
                <a:path w="1231" h="1067">
                  <a:moveTo>
                    <a:pt x="504" y="86"/>
                  </a:moveTo>
                  <a:cubicBezTo>
                    <a:pt x="49" y="874"/>
                    <a:pt x="49" y="874"/>
                    <a:pt x="49" y="874"/>
                  </a:cubicBezTo>
                  <a:cubicBezTo>
                    <a:pt x="0" y="960"/>
                    <a:pt x="62" y="1067"/>
                    <a:pt x="161" y="1067"/>
                  </a:cubicBezTo>
                  <a:cubicBezTo>
                    <a:pt x="1070" y="1067"/>
                    <a:pt x="1070" y="1067"/>
                    <a:pt x="1070" y="1067"/>
                  </a:cubicBezTo>
                  <a:cubicBezTo>
                    <a:pt x="1170" y="1067"/>
                    <a:pt x="1231" y="960"/>
                    <a:pt x="1182" y="874"/>
                  </a:cubicBezTo>
                  <a:cubicBezTo>
                    <a:pt x="727" y="86"/>
                    <a:pt x="727" y="86"/>
                    <a:pt x="727" y="86"/>
                  </a:cubicBezTo>
                  <a:cubicBezTo>
                    <a:pt x="678" y="0"/>
                    <a:pt x="554" y="0"/>
                    <a:pt x="504" y="86"/>
                  </a:cubicBezTo>
                  <a:close/>
                </a:path>
              </a:pathLst>
            </a:custGeom>
            <a:solidFill>
              <a:srgbClr val="48A2A0">
                <a:alpha val="68000"/>
              </a:srgbClr>
            </a:solidFill>
            <a:ln>
              <a:noFill/>
            </a:ln>
            <a:effectLst/>
          </p:spPr>
          <p:txBody>
            <a:bodyPr vert="horz" wrap="square" lIns="91440" tIns="45720" rIns="91440" bIns="45720" numCol="1" anchor="t" anchorCtr="0" compatLnSpc="1"/>
            <a:lstStyle/>
            <a:p>
              <a:endParaRPr lang="zh-CN" altLang="en-US" sz="1800">
                <a:cs typeface="+mn-ea"/>
                <a:sym typeface="+mn-lt"/>
              </a:endParaRPr>
            </a:p>
          </p:txBody>
        </p:sp>
      </p:grpSp>
      <p:sp>
        <p:nvSpPr>
          <p:cNvPr id="15" name="iṡḷîďê"/>
          <p:cNvSpPr txBox="1"/>
          <p:nvPr/>
        </p:nvSpPr>
        <p:spPr>
          <a:xfrm>
            <a:off x="1749652" y="1837695"/>
            <a:ext cx="8692696" cy="1088390"/>
          </a:xfrm>
          <a:prstGeom prst="rect">
            <a:avLst/>
          </a:prstGeom>
        </p:spPr>
        <p:txBody>
          <a:bodyPr vert="horz" wrap="square" lIns="91440" tIns="45720" rIns="91440" bIns="45720" rtlCol="0" anchor="b">
            <a:spAutoFit/>
          </a:bodyPr>
          <a:lstStyle>
            <a:lvl1pPr algn="l" defTabSz="914400" rtl="0" eaLnBrk="1" latinLnBrk="0" hangingPunct="1">
              <a:lnSpc>
                <a:spcPct val="120000"/>
              </a:lnSpc>
              <a:spcBef>
                <a:spcPct val="0"/>
              </a:spcBef>
              <a:buNone/>
              <a:defRPr sz="4400" b="1" kern="1200">
                <a:solidFill>
                  <a:schemeClr val="tx1"/>
                </a:solidFill>
                <a:latin typeface="+mj-lt"/>
                <a:ea typeface="+mj-ea"/>
                <a:cs typeface="+mj-cs"/>
              </a:defRPr>
            </a:lvl1pPr>
          </a:lstStyle>
          <a:p>
            <a:pPr algn="ctr"/>
            <a:r>
              <a:rPr lang="zh-CN" altLang="en-US" sz="5400" dirty="0">
                <a:solidFill>
                  <a:srgbClr val="48A2A0"/>
                </a:solidFill>
                <a:latin typeface="微软雅黑" panose="020B0503020204020204" pitchFamily="34" charset="-122"/>
                <a:ea typeface="微软雅黑" panose="020B0503020204020204" pitchFamily="34" charset="-122"/>
                <a:cs typeface="微软雅黑" panose="020B0503020204020204" pitchFamily="34" charset="-122"/>
                <a:sym typeface="+mn-lt"/>
              </a:rPr>
              <a:t>谢谢大家</a:t>
            </a:r>
            <a:endParaRPr lang="zh-CN" altLang="en-US" sz="5400" dirty="0">
              <a:solidFill>
                <a:srgbClr val="48A2A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nvGrpSpPr>
          <p:cNvPr id="21" name="ïşļidè"/>
          <p:cNvGrpSpPr/>
          <p:nvPr>
            <p:custDataLst>
              <p:tags r:id="rId2"/>
            </p:custDataLst>
          </p:nvPr>
        </p:nvGrpSpPr>
        <p:grpSpPr>
          <a:xfrm>
            <a:off x="6513914" y="3674233"/>
            <a:ext cx="2550711" cy="416027"/>
            <a:chOff x="1501118" y="5844796"/>
            <a:chExt cx="2143783" cy="349657"/>
          </a:xfrm>
        </p:grpSpPr>
        <p:sp>
          <p:nvSpPr>
            <p:cNvPr id="16" name="íṥļîḍe"/>
            <p:cNvSpPr/>
            <p:nvPr>
              <p:custDataLst>
                <p:tags r:id="rId3"/>
              </p:custDataLst>
            </p:nvPr>
          </p:nvSpPr>
          <p:spPr>
            <a:xfrm>
              <a:off x="1959134" y="5844796"/>
              <a:ext cx="1685767" cy="349657"/>
            </a:xfrm>
            <a:prstGeom prst="roundRect">
              <a:avLst>
                <a:gd name="adj" fmla="val 50000"/>
              </a:avLst>
            </a:prstGeom>
            <a:solidFill>
              <a:srgbClr val="6C92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汇报人：</a:t>
              </a:r>
              <a:r>
                <a:rPr lang="en-US" altLang="zh-CN" sz="1600" dirty="0">
                  <a:cs typeface="+mn-ea"/>
                  <a:sym typeface="+mn-lt"/>
                </a:rPr>
                <a:t>XXX</a:t>
              </a:r>
              <a:endParaRPr lang="zh-CN" altLang="en-US" sz="1600" dirty="0">
                <a:cs typeface="+mn-ea"/>
                <a:sym typeface="+mn-lt"/>
              </a:endParaRPr>
            </a:p>
          </p:txBody>
        </p:sp>
        <p:sp>
          <p:nvSpPr>
            <p:cNvPr id="18" name="ïšḻíḋê"/>
            <p:cNvSpPr/>
            <p:nvPr>
              <p:custDataLst>
                <p:tags r:id="rId4"/>
              </p:custDataLst>
            </p:nvPr>
          </p:nvSpPr>
          <p:spPr>
            <a:xfrm>
              <a:off x="1501118" y="5844796"/>
              <a:ext cx="374435" cy="347324"/>
            </a:xfrm>
            <a:prstGeom prst="ellipse">
              <a:avLst/>
            </a:prstGeom>
            <a:solidFill>
              <a:srgbClr val="48A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cs typeface="+mn-ea"/>
                <a:sym typeface="+mn-lt"/>
              </a:endParaRPr>
            </a:p>
          </p:txBody>
        </p:sp>
      </p:grpSp>
      <p:pic>
        <p:nvPicPr>
          <p:cNvPr id="19" name="图片 18"/>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943049" y="6087447"/>
            <a:ext cx="4305901" cy="457264"/>
          </a:xfrm>
          <a:prstGeom prst="rect">
            <a:avLst/>
          </a:prstGeom>
        </p:spPr>
      </p:pic>
      <p:pic>
        <p:nvPicPr>
          <p:cNvPr id="3" name="图片 2"/>
          <p:cNvPicPr>
            <a:picLocks noChangeAspect="1"/>
          </p:cNvPicPr>
          <p:nvPr/>
        </p:nvPicPr>
        <p:blipFill>
          <a:blip r:embed="rId6">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5" y="70340"/>
            <a:ext cx="4840377" cy="885151"/>
          </a:xfrm>
          <a:prstGeom prst="rect">
            <a:avLst/>
          </a:prstGeom>
        </p:spPr>
      </p:pic>
      <p:grpSp>
        <p:nvGrpSpPr>
          <p:cNvPr id="4" name="ïşļidè"/>
          <p:cNvGrpSpPr/>
          <p:nvPr>
            <p:custDataLst>
              <p:tags r:id="rId7"/>
            </p:custDataLst>
          </p:nvPr>
        </p:nvGrpSpPr>
        <p:grpSpPr>
          <a:xfrm>
            <a:off x="2966804" y="3671693"/>
            <a:ext cx="2550711" cy="416027"/>
            <a:chOff x="1289241" y="5842661"/>
            <a:chExt cx="2143783" cy="349657"/>
          </a:xfrm>
        </p:grpSpPr>
        <p:sp>
          <p:nvSpPr>
            <p:cNvPr id="6" name="íṥļîḍe"/>
            <p:cNvSpPr/>
            <p:nvPr>
              <p:custDataLst>
                <p:tags r:id="rId8"/>
              </p:custDataLst>
            </p:nvPr>
          </p:nvSpPr>
          <p:spPr>
            <a:xfrm>
              <a:off x="1747257" y="5842661"/>
              <a:ext cx="1685767" cy="349657"/>
            </a:xfrm>
            <a:prstGeom prst="roundRect">
              <a:avLst>
                <a:gd name="adj" fmla="val 50000"/>
              </a:avLst>
            </a:prstGeom>
            <a:solidFill>
              <a:srgbClr val="6C92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汇报人：</a:t>
              </a:r>
              <a:r>
                <a:rPr lang="en-US" altLang="zh-CN" sz="1600" dirty="0">
                  <a:cs typeface="+mn-ea"/>
                  <a:sym typeface="+mn-lt"/>
                </a:rPr>
                <a:t>XXX</a:t>
              </a:r>
              <a:endParaRPr lang="zh-CN" altLang="en-US" sz="1600" dirty="0">
                <a:cs typeface="+mn-ea"/>
                <a:sym typeface="+mn-lt"/>
              </a:endParaRPr>
            </a:p>
          </p:txBody>
        </p:sp>
        <p:sp>
          <p:nvSpPr>
            <p:cNvPr id="7" name="ïšḻíḋê"/>
            <p:cNvSpPr/>
            <p:nvPr>
              <p:custDataLst>
                <p:tags r:id="rId9"/>
              </p:custDataLst>
            </p:nvPr>
          </p:nvSpPr>
          <p:spPr>
            <a:xfrm>
              <a:off x="1289241" y="5842661"/>
              <a:ext cx="374435" cy="347324"/>
            </a:xfrm>
            <a:prstGeom prst="ellipse">
              <a:avLst/>
            </a:prstGeom>
            <a:solidFill>
              <a:srgbClr val="48A2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5"/>
                                        </p:tgtEl>
                                        <p:attrNameLst>
                                          <p:attrName>ppt_y</p:attrName>
                                        </p:attrNameLst>
                                      </p:cBhvr>
                                      <p:tavLst>
                                        <p:tav tm="0">
                                          <p:val>
                                            <p:strVal val="#ppt_y"/>
                                          </p:val>
                                        </p:tav>
                                        <p:tav tm="100000">
                                          <p:val>
                                            <p:strVal val="#ppt_y"/>
                                          </p:val>
                                        </p:tav>
                                      </p:tavLst>
                                    </p:anim>
                                    <p:anim calcmode="lin" valueType="num">
                                      <p:cBhvr>
                                        <p:cTn id="9"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5"/>
                                        </p:tgtEl>
                                      </p:cBhvr>
                                    </p:animEffect>
                                  </p:childTnLst>
                                </p:cTn>
                              </p:par>
                            </p:childTnLst>
                          </p:cTn>
                        </p:par>
                        <p:par>
                          <p:cTn id="12" fill="hold">
                            <p:stCondLst>
                              <p:cond delay="650"/>
                            </p:stCondLst>
                            <p:childTnLst>
                              <p:par>
                                <p:cTn id="13" presetID="6" presetClass="entr" presetSubtype="32"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circle(out)">
                                      <p:cBhvr>
                                        <p:cTn id="15" dur="500"/>
                                        <p:tgtEl>
                                          <p:spTgt spid="21"/>
                                        </p:tgtEl>
                                      </p:cBhvr>
                                    </p:animEffect>
                                  </p:childTnLst>
                                </p:cTn>
                              </p:par>
                            </p:childTnLst>
                          </p:cTn>
                        </p:par>
                        <p:par>
                          <p:cTn id="16" fill="hold">
                            <p:stCondLst>
                              <p:cond delay="1150"/>
                            </p:stCondLst>
                            <p:childTnLst>
                              <p:par>
                                <p:cTn id="17" presetID="6" presetClass="entr" presetSubtype="32"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ircle(out)">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tags/tag1.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2.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3.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4.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5.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6.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7.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8.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9.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0.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1.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2.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3.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4.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5.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6.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7.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8.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19.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20.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21.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22.xml><?xml version="1.0" encoding="utf-8"?>
<p:tagLst xmlns:p="http://schemas.openxmlformats.org/presentationml/2006/main">
  <p:tag name="KSO_WM_DIAGRAM_VIRTUALLY_FRAME" val="{&quot;height&quot;:169.76385826771653,&quot;left&quot;:78.52291338582677,&quot;top&quot;:265.74629921259844,&quot;width&quot;:812.5447244094488}"/>
</p:tagLst>
</file>

<file path=ppt/tags/tag23.xml><?xml version="1.0" encoding="utf-8"?>
<p:tagLst xmlns:p="http://schemas.openxmlformats.org/presentationml/2006/main">
  <p:tag name="MH" val="20151230141854"/>
  <p:tag name="MH_LIBRARY" val="CONTENTS"/>
  <p:tag name="MH_TYPE" val="OTHERS"/>
  <p:tag name="ID" val="545839"/>
</p:tagLst>
</file>

<file path=ppt/tags/tag24.xml><?xml version="1.0" encoding="utf-8"?>
<p:tagLst xmlns:p="http://schemas.openxmlformats.org/presentationml/2006/main">
  <p:tag name="MH" val="20151230141854"/>
  <p:tag name="MH_LIBRARY" val="CONTENTS"/>
  <p:tag name="MH_TYPE" val="OTHERS"/>
  <p:tag name="ID" val="545839"/>
</p:tagLst>
</file>

<file path=ppt/tags/tag25.xml><?xml version="1.0" encoding="utf-8"?>
<p:tagLst xmlns:p="http://schemas.openxmlformats.org/presentationml/2006/main">
  <p:tag name="MH" val="20151230141854"/>
  <p:tag name="MH_LIBRARY" val="CONTENTS"/>
  <p:tag name="MH_TYPE" val="OTHERS"/>
  <p:tag name="ID" val="545839"/>
</p:tagLst>
</file>

<file path=ppt/tags/tag26.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27.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28.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29.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0.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1.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2.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3.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4.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5.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6.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7.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8.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39.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0.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1.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2.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3.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4.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5.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6.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7.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8.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49.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0.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1.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2.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3.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4.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5.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6.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7.xml><?xml version="1.0" encoding="utf-8"?>
<p:tagLst xmlns:p="http://schemas.openxmlformats.org/presentationml/2006/main">
  <p:tag name="KSO_WM_DIAGRAM_VIRTUALLY_FRAME" val="{&quot;height&quot;:320.1505511811024,&quot;left&quot;:114.58047244094489,&quot;top&quot;:144.00007874015748,&quot;width&quot;:733.8648818897639}"/>
</p:tagLst>
</file>

<file path=ppt/tags/tag58.xml><?xml version="1.0" encoding="utf-8"?>
<p:tagLst xmlns:p="http://schemas.openxmlformats.org/presentationml/2006/main">
  <p:tag name="MH" val="20151230141854"/>
  <p:tag name="MH_LIBRARY" val="CONTENTS"/>
  <p:tag name="MH_TYPE" val="OTHERS"/>
  <p:tag name="ID" val="545839"/>
</p:tagLst>
</file>

<file path=ppt/tags/tag59.xml><?xml version="1.0" encoding="utf-8"?>
<p:tagLst xmlns:p="http://schemas.openxmlformats.org/presentationml/2006/main">
  <p:tag name="MH" val="20151230141854"/>
  <p:tag name="MH_LIBRARY" val="CONTENTS"/>
  <p:tag name="MH_TYPE" val="OTHERS"/>
  <p:tag name="ID" val="545839"/>
</p:tagLst>
</file>

<file path=ppt/tags/tag60.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1.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2.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3.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4.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5.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6.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7.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8.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69.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0.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1.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2.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3.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4.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5.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6.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7.xml><?xml version="1.0" encoding="utf-8"?>
<p:tagLst xmlns:p="http://schemas.openxmlformats.org/presentationml/2006/main">
  <p:tag name="KSO_WM_DIAGRAM_VIRTUALLY_FRAME" val="{&quot;height&quot;:368.777874015748,&quot;left&quot;:382.74464566929134,&quot;top&quot;:91.43834645669291,&quot;width&quot;:458.76204724409456}"/>
</p:tagLst>
</file>

<file path=ppt/tags/tag78.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79.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80.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81.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82.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83.xml><?xml version="1.0" encoding="utf-8"?>
<p:tagLst xmlns:p="http://schemas.openxmlformats.org/presentationml/2006/main">
  <p:tag name="KSO_WM_DIAGRAM_VIRTUALLY_FRAME" val="{&quot;height&quot;:35.30805150780047,&quot;left&quot;:233.60661346941706,&quot;top&quot;:289.10966502763256,&quot;width&quot;:511.043386530583}"/>
</p:tagLst>
</file>

<file path=ppt/tags/tag84.xml><?xml version="1.0" encoding="utf-8"?>
<p:tagLst xmlns:p="http://schemas.openxmlformats.org/presentationml/2006/main">
  <p:tag name="ISPRING_SCORM_RATE_SLIDES" val="0"/>
  <p:tag name="ISPRING_SCORM_RATE_QUIZZES" val="0"/>
  <p:tag name="ISPRING_SCORM_PASSING_SCORE" val="0.000000"/>
  <p:tag name="ISPRING_ULTRA_SCORM_COURSE_ID" val="B5C05C61-D5D4-44B4-B47F-C512FD34F8AA"/>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Repository"/>
  <p:tag name="ISPRING_OUTPUT_FOLDER" val="C:\Users\codi\Desktop\20190715包图\2"/>
  <p:tag name="ISPRING_PRESENTATION_TITLE" val="橙色稳重商务风商业计划书PPT模板"/>
  <p:tag name="ISPRING_FIRST_PUBLISH" val="1"/>
</p:tagLst>
</file>

<file path=ppt/theme/theme1.xml><?xml version="1.0" encoding="utf-8"?>
<a:theme xmlns:a="http://schemas.openxmlformats.org/drawingml/2006/main" name="第一PPT，www.1ppt.com">
  <a:themeElements>
    <a:clrScheme name="自定义 317">
      <a:dk1>
        <a:srgbClr val="000000"/>
      </a:dk1>
      <a:lt1>
        <a:srgbClr val="FFFFFF"/>
      </a:lt1>
      <a:dk2>
        <a:srgbClr val="768394"/>
      </a:dk2>
      <a:lt2>
        <a:srgbClr val="F0F0F0"/>
      </a:lt2>
      <a:accent1>
        <a:srgbClr val="48A2A0"/>
      </a:accent1>
      <a:accent2>
        <a:srgbClr val="6C92C0"/>
      </a:accent2>
      <a:accent3>
        <a:srgbClr val="3EA592"/>
      </a:accent3>
      <a:accent4>
        <a:srgbClr val="5066A1"/>
      </a:accent4>
      <a:accent5>
        <a:srgbClr val="5E5CA2"/>
      </a:accent5>
      <a:accent6>
        <a:srgbClr val="768394"/>
      </a:accent6>
      <a:hlink>
        <a:srgbClr val="4276AA"/>
      </a:hlink>
      <a:folHlink>
        <a:srgbClr val="BFBFBF"/>
      </a:folHlink>
    </a:clrScheme>
    <a:fontScheme name="ha1jvetz">
      <a:majorFont>
        <a:latin typeface="印品黑体"/>
        <a:ea typeface="印品黑体"/>
        <a:cs typeface=""/>
      </a:majorFont>
      <a:minorFont>
        <a:latin typeface="印品黑体"/>
        <a:ea typeface="印品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1504</Words>
  <Application>WPS 演示</Application>
  <PresentationFormat>宽屏</PresentationFormat>
  <Paragraphs>214</Paragraphs>
  <Slides>15</Slides>
  <Notes>16</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15</vt:i4>
      </vt:variant>
    </vt:vector>
  </HeadingPairs>
  <TitlesOfParts>
    <vt:vector size="36" baseType="lpstr">
      <vt:lpstr>Arial</vt:lpstr>
      <vt:lpstr>宋体</vt:lpstr>
      <vt:lpstr>Wingdings</vt:lpstr>
      <vt:lpstr>微软雅黑</vt:lpstr>
      <vt:lpstr>汉仪旗黑</vt:lpstr>
      <vt:lpstr>Lato</vt:lpstr>
      <vt:lpstr>苹方-简</vt:lpstr>
      <vt:lpstr>MS PGothic</vt:lpstr>
      <vt:lpstr>冬青黑体简体中文</vt:lpstr>
      <vt:lpstr>宋体</vt:lpstr>
      <vt:lpstr>Arial Unicode MS</vt:lpstr>
      <vt:lpstr>Calibri</vt:lpstr>
      <vt:lpstr>Helvetica Neue</vt:lpstr>
      <vt:lpstr>等线</vt:lpstr>
      <vt:lpstr>汉仪中等线KW</vt:lpstr>
      <vt:lpstr>印品黑体</vt:lpstr>
      <vt:lpstr>汉仪中黑KW</vt:lpstr>
      <vt:lpstr>汉仪书宋二KW</vt:lpstr>
      <vt:lpstr>微软雅黑</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华师经管PPT模板</dc:title>
  <dc:creator>吴静雯</dc:creator>
  <cp:lastModifiedBy>蔡玉春</cp:lastModifiedBy>
  <cp:revision>3</cp:revision>
  <dcterms:created xsi:type="dcterms:W3CDTF">2026-05-24T09:38:33Z</dcterms:created>
  <dcterms:modified xsi:type="dcterms:W3CDTF">2026-05-24T09:38:33Z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2052-12.1.25205.25205</vt:lpwstr>
  </property>
  <property fmtid="{D5CDD505-2E9C-101B-9397-08002B2CF9AE}" pid="3" name="ICV">
    <vt:lpwstr>9A258ABBAECD4D5891F8F4CA082F408C_13</vt:lpwstr>
  </property>
</Properties>
</file>